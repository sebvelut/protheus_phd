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60" r:id="rId4"/>
    <p:sldId id="262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666B1B-4991-4400-84BC-9A373E620CF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E5F0AF-8088-491A-8287-414CFBD6001E}">
      <dgm:prSet/>
      <dgm:spPr/>
      <dgm:t>
        <a:bodyPr/>
        <a:lstStyle/>
        <a:p>
          <a:r>
            <a:rPr lang="fr-FR" b="1"/>
            <a:t>Checked usefulness of riemannian manifold</a:t>
          </a:r>
          <a:endParaRPr lang="en-US"/>
        </a:p>
      </dgm:t>
    </dgm:pt>
    <dgm:pt modelId="{F04D04D8-F377-4AF9-97AA-E1F6FCB3F444}" type="parTrans" cxnId="{A54E8E25-574F-4923-947F-3AB7E35144B7}">
      <dgm:prSet/>
      <dgm:spPr/>
      <dgm:t>
        <a:bodyPr/>
        <a:lstStyle/>
        <a:p>
          <a:endParaRPr lang="en-US"/>
        </a:p>
      </dgm:t>
    </dgm:pt>
    <dgm:pt modelId="{114ED951-0972-438F-9CAE-FCF9CED5244C}" type="sibTrans" cxnId="{A54E8E25-574F-4923-947F-3AB7E35144B7}">
      <dgm:prSet/>
      <dgm:spPr/>
      <dgm:t>
        <a:bodyPr/>
        <a:lstStyle/>
        <a:p>
          <a:endParaRPr lang="en-US"/>
        </a:p>
      </dgm:t>
    </dgm:pt>
    <dgm:pt modelId="{974912A2-644C-449A-9DE6-8C32CC59BE62}">
      <dgm:prSet/>
      <dgm:spPr/>
      <dgm:t>
        <a:bodyPr/>
        <a:lstStyle/>
        <a:p>
          <a:r>
            <a:rPr lang="en-US" b="1"/>
            <a:t>Checked that recentering and spatial filtering improved the classification accuracy</a:t>
          </a:r>
          <a:endParaRPr lang="en-US"/>
        </a:p>
      </dgm:t>
    </dgm:pt>
    <dgm:pt modelId="{55F2458A-AEDA-4417-BABD-2C28BF959EC7}" type="parTrans" cxnId="{907EAC05-E203-4A53-ABE3-38767BBCB604}">
      <dgm:prSet/>
      <dgm:spPr/>
      <dgm:t>
        <a:bodyPr/>
        <a:lstStyle/>
        <a:p>
          <a:endParaRPr lang="en-US"/>
        </a:p>
      </dgm:t>
    </dgm:pt>
    <dgm:pt modelId="{3E3E804A-F0AC-4618-BEFF-7A6965700526}" type="sibTrans" cxnId="{907EAC05-E203-4A53-ABE3-38767BBCB604}">
      <dgm:prSet/>
      <dgm:spPr/>
      <dgm:t>
        <a:bodyPr/>
        <a:lstStyle/>
        <a:p>
          <a:endParaRPr lang="en-US"/>
        </a:p>
      </dgm:t>
    </dgm:pt>
    <dgm:pt modelId="{D267F936-F8F3-425A-8483-014A21BAAC7D}">
      <dgm:prSet/>
      <dgm:spPr/>
      <dgm:t>
        <a:bodyPr/>
        <a:lstStyle/>
        <a:p>
          <a:r>
            <a:rPr lang="en-US" b="1" dirty="0"/>
            <a:t>Tested wavelets transforms as features extractor </a:t>
          </a:r>
          <a:endParaRPr lang="en-US" dirty="0"/>
        </a:p>
      </dgm:t>
    </dgm:pt>
    <dgm:pt modelId="{4DBAC08C-4416-4316-AFB4-A52630CA88E9}" type="parTrans" cxnId="{9D445488-76BE-4DEC-A3AE-FCDC05D148DE}">
      <dgm:prSet/>
      <dgm:spPr/>
      <dgm:t>
        <a:bodyPr/>
        <a:lstStyle/>
        <a:p>
          <a:endParaRPr lang="en-US"/>
        </a:p>
      </dgm:t>
    </dgm:pt>
    <dgm:pt modelId="{ABB05477-C7A2-4B49-A4FB-5A4C1FB599B4}" type="sibTrans" cxnId="{9D445488-76BE-4DEC-A3AE-FCDC05D148DE}">
      <dgm:prSet/>
      <dgm:spPr/>
      <dgm:t>
        <a:bodyPr/>
        <a:lstStyle/>
        <a:p>
          <a:endParaRPr lang="en-US"/>
        </a:p>
      </dgm:t>
    </dgm:pt>
    <dgm:pt modelId="{E801A86C-3D22-4428-8DD2-32BD312C9554}" type="pres">
      <dgm:prSet presAssocID="{92666B1B-4991-4400-84BC-9A373E620CF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B6C5EC-EE57-4602-9078-9240FDB68D7D}" type="pres">
      <dgm:prSet presAssocID="{95E5F0AF-8088-491A-8287-414CFBD6001E}" presName="hierRoot1" presStyleCnt="0"/>
      <dgm:spPr/>
    </dgm:pt>
    <dgm:pt modelId="{F4B3FF8D-8550-4B61-B0B3-620C7CF9F728}" type="pres">
      <dgm:prSet presAssocID="{95E5F0AF-8088-491A-8287-414CFBD6001E}" presName="composite" presStyleCnt="0"/>
      <dgm:spPr/>
    </dgm:pt>
    <dgm:pt modelId="{016D1A0B-8F28-49D5-A219-E8083954FEB7}" type="pres">
      <dgm:prSet presAssocID="{95E5F0AF-8088-491A-8287-414CFBD6001E}" presName="background" presStyleLbl="node0" presStyleIdx="0" presStyleCnt="3"/>
      <dgm:spPr/>
    </dgm:pt>
    <dgm:pt modelId="{841053DD-8E88-45E9-8E26-13599D0A11BD}" type="pres">
      <dgm:prSet presAssocID="{95E5F0AF-8088-491A-8287-414CFBD6001E}" presName="text" presStyleLbl="fgAcc0" presStyleIdx="0" presStyleCnt="3">
        <dgm:presLayoutVars>
          <dgm:chPref val="3"/>
        </dgm:presLayoutVars>
      </dgm:prSet>
      <dgm:spPr/>
    </dgm:pt>
    <dgm:pt modelId="{A7D4CA1E-010B-46EB-B21C-971630394B7F}" type="pres">
      <dgm:prSet presAssocID="{95E5F0AF-8088-491A-8287-414CFBD6001E}" presName="hierChild2" presStyleCnt="0"/>
      <dgm:spPr/>
    </dgm:pt>
    <dgm:pt modelId="{ACEA660D-2AAB-4721-936A-D49D849AADE9}" type="pres">
      <dgm:prSet presAssocID="{974912A2-644C-449A-9DE6-8C32CC59BE62}" presName="hierRoot1" presStyleCnt="0"/>
      <dgm:spPr/>
    </dgm:pt>
    <dgm:pt modelId="{41C480B0-1AD9-4651-B407-61BB478FE280}" type="pres">
      <dgm:prSet presAssocID="{974912A2-644C-449A-9DE6-8C32CC59BE62}" presName="composite" presStyleCnt="0"/>
      <dgm:spPr/>
    </dgm:pt>
    <dgm:pt modelId="{E3D9B9C0-6DD6-48BD-8599-71C6AFA82098}" type="pres">
      <dgm:prSet presAssocID="{974912A2-644C-449A-9DE6-8C32CC59BE62}" presName="background" presStyleLbl="node0" presStyleIdx="1" presStyleCnt="3"/>
      <dgm:spPr/>
    </dgm:pt>
    <dgm:pt modelId="{0B5442B3-7D3F-4D61-A274-422505BACB55}" type="pres">
      <dgm:prSet presAssocID="{974912A2-644C-449A-9DE6-8C32CC59BE62}" presName="text" presStyleLbl="fgAcc0" presStyleIdx="1" presStyleCnt="3">
        <dgm:presLayoutVars>
          <dgm:chPref val="3"/>
        </dgm:presLayoutVars>
      </dgm:prSet>
      <dgm:spPr/>
    </dgm:pt>
    <dgm:pt modelId="{9BD26E00-21DC-4D60-A850-B6C25A1E55B2}" type="pres">
      <dgm:prSet presAssocID="{974912A2-644C-449A-9DE6-8C32CC59BE62}" presName="hierChild2" presStyleCnt="0"/>
      <dgm:spPr/>
    </dgm:pt>
    <dgm:pt modelId="{719A3D6A-E1A7-4B95-B09B-504CE9F6C1E4}" type="pres">
      <dgm:prSet presAssocID="{D267F936-F8F3-425A-8483-014A21BAAC7D}" presName="hierRoot1" presStyleCnt="0"/>
      <dgm:spPr/>
    </dgm:pt>
    <dgm:pt modelId="{137D77A0-8D2C-4D63-92EB-5634209E6517}" type="pres">
      <dgm:prSet presAssocID="{D267F936-F8F3-425A-8483-014A21BAAC7D}" presName="composite" presStyleCnt="0"/>
      <dgm:spPr/>
    </dgm:pt>
    <dgm:pt modelId="{A09315F8-4587-4323-BF5A-9AD0C39410B7}" type="pres">
      <dgm:prSet presAssocID="{D267F936-F8F3-425A-8483-014A21BAAC7D}" presName="background" presStyleLbl="node0" presStyleIdx="2" presStyleCnt="3"/>
      <dgm:spPr/>
    </dgm:pt>
    <dgm:pt modelId="{13638139-811A-40DA-BDD0-A448EAA65FC3}" type="pres">
      <dgm:prSet presAssocID="{D267F936-F8F3-425A-8483-014A21BAAC7D}" presName="text" presStyleLbl="fgAcc0" presStyleIdx="2" presStyleCnt="3">
        <dgm:presLayoutVars>
          <dgm:chPref val="3"/>
        </dgm:presLayoutVars>
      </dgm:prSet>
      <dgm:spPr/>
    </dgm:pt>
    <dgm:pt modelId="{50B93841-A0B4-490D-BF75-93867A1F1D8C}" type="pres">
      <dgm:prSet presAssocID="{D267F936-F8F3-425A-8483-014A21BAAC7D}" presName="hierChild2" presStyleCnt="0"/>
      <dgm:spPr/>
    </dgm:pt>
  </dgm:ptLst>
  <dgm:cxnLst>
    <dgm:cxn modelId="{907EAC05-E203-4A53-ABE3-38767BBCB604}" srcId="{92666B1B-4991-4400-84BC-9A373E620CF0}" destId="{974912A2-644C-449A-9DE6-8C32CC59BE62}" srcOrd="1" destOrd="0" parTransId="{55F2458A-AEDA-4417-BABD-2C28BF959EC7}" sibTransId="{3E3E804A-F0AC-4618-BEFF-7A6965700526}"/>
    <dgm:cxn modelId="{A54E8E25-574F-4923-947F-3AB7E35144B7}" srcId="{92666B1B-4991-4400-84BC-9A373E620CF0}" destId="{95E5F0AF-8088-491A-8287-414CFBD6001E}" srcOrd="0" destOrd="0" parTransId="{F04D04D8-F377-4AF9-97AA-E1F6FCB3F444}" sibTransId="{114ED951-0972-438F-9CAE-FCF9CED5244C}"/>
    <dgm:cxn modelId="{D4F85832-40D4-4111-8A8C-48EF6A7B2A53}" type="presOf" srcId="{974912A2-644C-449A-9DE6-8C32CC59BE62}" destId="{0B5442B3-7D3F-4D61-A274-422505BACB55}" srcOrd="0" destOrd="0" presId="urn:microsoft.com/office/officeart/2005/8/layout/hierarchy1"/>
    <dgm:cxn modelId="{69B6016F-02F6-4BE7-BD59-4B880D1ED225}" type="presOf" srcId="{95E5F0AF-8088-491A-8287-414CFBD6001E}" destId="{841053DD-8E88-45E9-8E26-13599D0A11BD}" srcOrd="0" destOrd="0" presId="urn:microsoft.com/office/officeart/2005/8/layout/hierarchy1"/>
    <dgm:cxn modelId="{5DFB5D70-428C-4ACB-822C-ECE3F3683D5B}" type="presOf" srcId="{D267F936-F8F3-425A-8483-014A21BAAC7D}" destId="{13638139-811A-40DA-BDD0-A448EAA65FC3}" srcOrd="0" destOrd="0" presId="urn:microsoft.com/office/officeart/2005/8/layout/hierarchy1"/>
    <dgm:cxn modelId="{9D445488-76BE-4DEC-A3AE-FCDC05D148DE}" srcId="{92666B1B-4991-4400-84BC-9A373E620CF0}" destId="{D267F936-F8F3-425A-8483-014A21BAAC7D}" srcOrd="2" destOrd="0" parTransId="{4DBAC08C-4416-4316-AFB4-A52630CA88E9}" sibTransId="{ABB05477-C7A2-4B49-A4FB-5A4C1FB599B4}"/>
    <dgm:cxn modelId="{5E9BFAED-011E-433C-B5A1-74BFCB69E858}" type="presOf" srcId="{92666B1B-4991-4400-84BC-9A373E620CF0}" destId="{E801A86C-3D22-4428-8DD2-32BD312C9554}" srcOrd="0" destOrd="0" presId="urn:microsoft.com/office/officeart/2005/8/layout/hierarchy1"/>
    <dgm:cxn modelId="{6BD44904-F767-4592-A494-E662FC7F5534}" type="presParOf" srcId="{E801A86C-3D22-4428-8DD2-32BD312C9554}" destId="{8EB6C5EC-EE57-4602-9078-9240FDB68D7D}" srcOrd="0" destOrd="0" presId="urn:microsoft.com/office/officeart/2005/8/layout/hierarchy1"/>
    <dgm:cxn modelId="{66F714A8-C3AC-4181-A3CE-88DF50B1B267}" type="presParOf" srcId="{8EB6C5EC-EE57-4602-9078-9240FDB68D7D}" destId="{F4B3FF8D-8550-4B61-B0B3-620C7CF9F728}" srcOrd="0" destOrd="0" presId="urn:microsoft.com/office/officeart/2005/8/layout/hierarchy1"/>
    <dgm:cxn modelId="{03344A4F-01A4-4483-BABA-98561CBE74AB}" type="presParOf" srcId="{F4B3FF8D-8550-4B61-B0B3-620C7CF9F728}" destId="{016D1A0B-8F28-49D5-A219-E8083954FEB7}" srcOrd="0" destOrd="0" presId="urn:microsoft.com/office/officeart/2005/8/layout/hierarchy1"/>
    <dgm:cxn modelId="{DEBF9BB8-307A-45E0-B56D-4CF1B73917CC}" type="presParOf" srcId="{F4B3FF8D-8550-4B61-B0B3-620C7CF9F728}" destId="{841053DD-8E88-45E9-8E26-13599D0A11BD}" srcOrd="1" destOrd="0" presId="urn:microsoft.com/office/officeart/2005/8/layout/hierarchy1"/>
    <dgm:cxn modelId="{AD2A3624-5BF3-4548-B353-D29E5C2FEADE}" type="presParOf" srcId="{8EB6C5EC-EE57-4602-9078-9240FDB68D7D}" destId="{A7D4CA1E-010B-46EB-B21C-971630394B7F}" srcOrd="1" destOrd="0" presId="urn:microsoft.com/office/officeart/2005/8/layout/hierarchy1"/>
    <dgm:cxn modelId="{ADC33EEA-F255-4CD5-8E9C-DE2BC3B3DB94}" type="presParOf" srcId="{E801A86C-3D22-4428-8DD2-32BD312C9554}" destId="{ACEA660D-2AAB-4721-936A-D49D849AADE9}" srcOrd="1" destOrd="0" presId="urn:microsoft.com/office/officeart/2005/8/layout/hierarchy1"/>
    <dgm:cxn modelId="{00D71574-30C0-4842-8017-C6CFC773694A}" type="presParOf" srcId="{ACEA660D-2AAB-4721-936A-D49D849AADE9}" destId="{41C480B0-1AD9-4651-B407-61BB478FE280}" srcOrd="0" destOrd="0" presId="urn:microsoft.com/office/officeart/2005/8/layout/hierarchy1"/>
    <dgm:cxn modelId="{102B7FA4-B05D-440C-A47B-1C7F7D8F63BA}" type="presParOf" srcId="{41C480B0-1AD9-4651-B407-61BB478FE280}" destId="{E3D9B9C0-6DD6-48BD-8599-71C6AFA82098}" srcOrd="0" destOrd="0" presId="urn:microsoft.com/office/officeart/2005/8/layout/hierarchy1"/>
    <dgm:cxn modelId="{BEC142C8-0D04-4F2F-AE20-4FBC1E353BA1}" type="presParOf" srcId="{41C480B0-1AD9-4651-B407-61BB478FE280}" destId="{0B5442B3-7D3F-4D61-A274-422505BACB55}" srcOrd="1" destOrd="0" presId="urn:microsoft.com/office/officeart/2005/8/layout/hierarchy1"/>
    <dgm:cxn modelId="{393FE75E-8333-4D99-86EF-12283A763B78}" type="presParOf" srcId="{ACEA660D-2AAB-4721-936A-D49D849AADE9}" destId="{9BD26E00-21DC-4D60-A850-B6C25A1E55B2}" srcOrd="1" destOrd="0" presId="urn:microsoft.com/office/officeart/2005/8/layout/hierarchy1"/>
    <dgm:cxn modelId="{99F4AD5F-2B06-49B0-AB82-F9E41B0BADA3}" type="presParOf" srcId="{E801A86C-3D22-4428-8DD2-32BD312C9554}" destId="{719A3D6A-E1A7-4B95-B09B-504CE9F6C1E4}" srcOrd="2" destOrd="0" presId="urn:microsoft.com/office/officeart/2005/8/layout/hierarchy1"/>
    <dgm:cxn modelId="{B8345CE3-94D2-41C4-8D33-E38C5BF8DD69}" type="presParOf" srcId="{719A3D6A-E1A7-4B95-B09B-504CE9F6C1E4}" destId="{137D77A0-8D2C-4D63-92EB-5634209E6517}" srcOrd="0" destOrd="0" presId="urn:microsoft.com/office/officeart/2005/8/layout/hierarchy1"/>
    <dgm:cxn modelId="{E0CE0C51-D99F-463C-88F5-F45C33109F54}" type="presParOf" srcId="{137D77A0-8D2C-4D63-92EB-5634209E6517}" destId="{A09315F8-4587-4323-BF5A-9AD0C39410B7}" srcOrd="0" destOrd="0" presId="urn:microsoft.com/office/officeart/2005/8/layout/hierarchy1"/>
    <dgm:cxn modelId="{7CFE1E73-D6F9-4B7E-A38E-AF4A8298D44A}" type="presParOf" srcId="{137D77A0-8D2C-4D63-92EB-5634209E6517}" destId="{13638139-811A-40DA-BDD0-A448EAA65FC3}" srcOrd="1" destOrd="0" presId="urn:microsoft.com/office/officeart/2005/8/layout/hierarchy1"/>
    <dgm:cxn modelId="{0C56A77F-EC21-4B2D-9DF0-8348178B89DE}" type="presParOf" srcId="{719A3D6A-E1A7-4B95-B09B-504CE9F6C1E4}" destId="{50B93841-A0B4-490D-BF75-93867A1F1D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666B1B-4991-4400-84BC-9A373E620CF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5E5F0AF-8088-491A-8287-414CFBD6001E}">
      <dgm:prSet/>
      <dgm:spPr/>
      <dgm:t>
        <a:bodyPr/>
        <a:lstStyle/>
        <a:p>
          <a:r>
            <a:rPr lang="fr-FR" b="1" dirty="0" err="1"/>
            <a:t>Finding</a:t>
          </a:r>
          <a:r>
            <a:rPr lang="fr-FR" b="1" dirty="0"/>
            <a:t> </a:t>
          </a:r>
          <a:r>
            <a:rPr lang="fr-FR" b="1" dirty="0" err="1"/>
            <a:t>similar</a:t>
          </a:r>
          <a:r>
            <a:rPr lang="fr-FR" b="1" dirty="0"/>
            <a:t> </a:t>
          </a:r>
          <a:r>
            <a:rPr lang="fr-FR" b="1" dirty="0" err="1"/>
            <a:t>subject</a:t>
          </a:r>
          <a:r>
            <a:rPr lang="fr-FR" b="1" dirty="0"/>
            <a:t> to train on </a:t>
          </a:r>
          <a:r>
            <a:rPr lang="fr-FR" b="1" dirty="0" err="1"/>
            <a:t>less</a:t>
          </a:r>
          <a:r>
            <a:rPr lang="fr-FR" b="1" dirty="0"/>
            <a:t> data but </a:t>
          </a:r>
          <a:r>
            <a:rPr lang="fr-FR" b="1" dirty="0" err="1"/>
            <a:t>having</a:t>
          </a:r>
          <a:r>
            <a:rPr lang="fr-FR" b="1" dirty="0"/>
            <a:t> the </a:t>
          </a:r>
          <a:r>
            <a:rPr lang="fr-FR" b="1" dirty="0" err="1"/>
            <a:t>same</a:t>
          </a:r>
          <a:r>
            <a:rPr lang="fr-FR" b="1" dirty="0"/>
            <a:t> </a:t>
          </a:r>
          <a:r>
            <a:rPr lang="fr-FR" b="1" dirty="0" err="1"/>
            <a:t>accuracy</a:t>
          </a:r>
          <a:r>
            <a:rPr lang="fr-FR" b="1" dirty="0"/>
            <a:t>.</a:t>
          </a:r>
          <a:endParaRPr lang="en-US" dirty="0"/>
        </a:p>
      </dgm:t>
    </dgm:pt>
    <dgm:pt modelId="{F04D04D8-F377-4AF9-97AA-E1F6FCB3F444}" type="parTrans" cxnId="{A54E8E25-574F-4923-947F-3AB7E35144B7}">
      <dgm:prSet/>
      <dgm:spPr/>
      <dgm:t>
        <a:bodyPr/>
        <a:lstStyle/>
        <a:p>
          <a:endParaRPr lang="en-US"/>
        </a:p>
      </dgm:t>
    </dgm:pt>
    <dgm:pt modelId="{114ED951-0972-438F-9CAE-FCF9CED5244C}" type="sibTrans" cxnId="{A54E8E25-574F-4923-947F-3AB7E35144B7}">
      <dgm:prSet/>
      <dgm:spPr/>
      <dgm:t>
        <a:bodyPr/>
        <a:lstStyle/>
        <a:p>
          <a:endParaRPr lang="en-US"/>
        </a:p>
      </dgm:t>
    </dgm:pt>
    <dgm:pt modelId="{974912A2-644C-449A-9DE6-8C32CC59BE62}">
      <dgm:prSet/>
      <dgm:spPr/>
      <dgm:t>
        <a:bodyPr/>
        <a:lstStyle/>
        <a:p>
          <a:r>
            <a:rPr lang="fr-FR" b="1" dirty="0" err="1"/>
            <a:t>Finding</a:t>
          </a:r>
          <a:r>
            <a:rPr lang="fr-FR" b="1" dirty="0"/>
            <a:t> the best </a:t>
          </a:r>
          <a:r>
            <a:rPr lang="fr-FR" b="1" dirty="0" err="1"/>
            <a:t>threshold</a:t>
          </a:r>
          <a:endParaRPr lang="en-US" dirty="0"/>
        </a:p>
      </dgm:t>
    </dgm:pt>
    <dgm:pt modelId="{55F2458A-AEDA-4417-BABD-2C28BF959EC7}" type="parTrans" cxnId="{907EAC05-E203-4A53-ABE3-38767BBCB604}">
      <dgm:prSet/>
      <dgm:spPr/>
      <dgm:t>
        <a:bodyPr/>
        <a:lstStyle/>
        <a:p>
          <a:endParaRPr lang="en-US"/>
        </a:p>
      </dgm:t>
    </dgm:pt>
    <dgm:pt modelId="{3E3E804A-F0AC-4618-BEFF-7A6965700526}" type="sibTrans" cxnId="{907EAC05-E203-4A53-ABE3-38767BBCB604}">
      <dgm:prSet/>
      <dgm:spPr/>
      <dgm:t>
        <a:bodyPr/>
        <a:lstStyle/>
        <a:p>
          <a:endParaRPr lang="en-US"/>
        </a:p>
      </dgm:t>
    </dgm:pt>
    <dgm:pt modelId="{D267F936-F8F3-425A-8483-014A21BAAC7D}">
      <dgm:prSet/>
      <dgm:spPr/>
      <dgm:t>
        <a:bodyPr/>
        <a:lstStyle/>
        <a:p>
          <a:r>
            <a:rPr lang="fr-FR" b="1" dirty="0" err="1"/>
            <a:t>Testing</a:t>
          </a:r>
          <a:r>
            <a:rPr lang="fr-FR" b="1" dirty="0"/>
            <a:t> if SPD, CNN or GREEN </a:t>
          </a:r>
          <a:r>
            <a:rPr lang="fr-FR" b="1" dirty="0" err="1"/>
            <a:t>algorithm</a:t>
          </a:r>
          <a:r>
            <a:rPr lang="fr-FR" b="1" dirty="0"/>
            <a:t> </a:t>
          </a:r>
          <a:r>
            <a:rPr lang="fr-FR" b="1" dirty="0" err="1"/>
            <a:t>is</a:t>
          </a:r>
          <a:r>
            <a:rPr lang="fr-FR" b="1" dirty="0"/>
            <a:t> </a:t>
          </a:r>
          <a:r>
            <a:rPr lang="fr-FR" b="1" dirty="0" err="1"/>
            <a:t>better</a:t>
          </a:r>
          <a:endParaRPr lang="en-US" dirty="0"/>
        </a:p>
      </dgm:t>
    </dgm:pt>
    <dgm:pt modelId="{4DBAC08C-4416-4316-AFB4-A52630CA88E9}" type="parTrans" cxnId="{9D445488-76BE-4DEC-A3AE-FCDC05D148DE}">
      <dgm:prSet/>
      <dgm:spPr/>
      <dgm:t>
        <a:bodyPr/>
        <a:lstStyle/>
        <a:p>
          <a:endParaRPr lang="en-US"/>
        </a:p>
      </dgm:t>
    </dgm:pt>
    <dgm:pt modelId="{ABB05477-C7A2-4B49-A4FB-5A4C1FB599B4}" type="sibTrans" cxnId="{9D445488-76BE-4DEC-A3AE-FCDC05D148DE}">
      <dgm:prSet/>
      <dgm:spPr/>
      <dgm:t>
        <a:bodyPr/>
        <a:lstStyle/>
        <a:p>
          <a:endParaRPr lang="en-US"/>
        </a:p>
      </dgm:t>
    </dgm:pt>
    <dgm:pt modelId="{E801A86C-3D22-4428-8DD2-32BD312C9554}" type="pres">
      <dgm:prSet presAssocID="{92666B1B-4991-4400-84BC-9A373E620CF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B6C5EC-EE57-4602-9078-9240FDB68D7D}" type="pres">
      <dgm:prSet presAssocID="{95E5F0AF-8088-491A-8287-414CFBD6001E}" presName="hierRoot1" presStyleCnt="0"/>
      <dgm:spPr/>
    </dgm:pt>
    <dgm:pt modelId="{F4B3FF8D-8550-4B61-B0B3-620C7CF9F728}" type="pres">
      <dgm:prSet presAssocID="{95E5F0AF-8088-491A-8287-414CFBD6001E}" presName="composite" presStyleCnt="0"/>
      <dgm:spPr/>
    </dgm:pt>
    <dgm:pt modelId="{016D1A0B-8F28-49D5-A219-E8083954FEB7}" type="pres">
      <dgm:prSet presAssocID="{95E5F0AF-8088-491A-8287-414CFBD6001E}" presName="background" presStyleLbl="node0" presStyleIdx="0" presStyleCnt="3"/>
      <dgm:spPr/>
    </dgm:pt>
    <dgm:pt modelId="{841053DD-8E88-45E9-8E26-13599D0A11BD}" type="pres">
      <dgm:prSet presAssocID="{95E5F0AF-8088-491A-8287-414CFBD6001E}" presName="text" presStyleLbl="fgAcc0" presStyleIdx="0" presStyleCnt="3">
        <dgm:presLayoutVars>
          <dgm:chPref val="3"/>
        </dgm:presLayoutVars>
      </dgm:prSet>
      <dgm:spPr/>
    </dgm:pt>
    <dgm:pt modelId="{A7D4CA1E-010B-46EB-B21C-971630394B7F}" type="pres">
      <dgm:prSet presAssocID="{95E5F0AF-8088-491A-8287-414CFBD6001E}" presName="hierChild2" presStyleCnt="0"/>
      <dgm:spPr/>
    </dgm:pt>
    <dgm:pt modelId="{ACEA660D-2AAB-4721-936A-D49D849AADE9}" type="pres">
      <dgm:prSet presAssocID="{974912A2-644C-449A-9DE6-8C32CC59BE62}" presName="hierRoot1" presStyleCnt="0"/>
      <dgm:spPr/>
    </dgm:pt>
    <dgm:pt modelId="{41C480B0-1AD9-4651-B407-61BB478FE280}" type="pres">
      <dgm:prSet presAssocID="{974912A2-644C-449A-9DE6-8C32CC59BE62}" presName="composite" presStyleCnt="0"/>
      <dgm:spPr/>
    </dgm:pt>
    <dgm:pt modelId="{E3D9B9C0-6DD6-48BD-8599-71C6AFA82098}" type="pres">
      <dgm:prSet presAssocID="{974912A2-644C-449A-9DE6-8C32CC59BE62}" presName="background" presStyleLbl="node0" presStyleIdx="1" presStyleCnt="3"/>
      <dgm:spPr/>
    </dgm:pt>
    <dgm:pt modelId="{0B5442B3-7D3F-4D61-A274-422505BACB55}" type="pres">
      <dgm:prSet presAssocID="{974912A2-644C-449A-9DE6-8C32CC59BE62}" presName="text" presStyleLbl="fgAcc0" presStyleIdx="1" presStyleCnt="3">
        <dgm:presLayoutVars>
          <dgm:chPref val="3"/>
        </dgm:presLayoutVars>
      </dgm:prSet>
      <dgm:spPr/>
    </dgm:pt>
    <dgm:pt modelId="{9BD26E00-21DC-4D60-A850-B6C25A1E55B2}" type="pres">
      <dgm:prSet presAssocID="{974912A2-644C-449A-9DE6-8C32CC59BE62}" presName="hierChild2" presStyleCnt="0"/>
      <dgm:spPr/>
    </dgm:pt>
    <dgm:pt modelId="{719A3D6A-E1A7-4B95-B09B-504CE9F6C1E4}" type="pres">
      <dgm:prSet presAssocID="{D267F936-F8F3-425A-8483-014A21BAAC7D}" presName="hierRoot1" presStyleCnt="0"/>
      <dgm:spPr/>
    </dgm:pt>
    <dgm:pt modelId="{137D77A0-8D2C-4D63-92EB-5634209E6517}" type="pres">
      <dgm:prSet presAssocID="{D267F936-F8F3-425A-8483-014A21BAAC7D}" presName="composite" presStyleCnt="0"/>
      <dgm:spPr/>
    </dgm:pt>
    <dgm:pt modelId="{A09315F8-4587-4323-BF5A-9AD0C39410B7}" type="pres">
      <dgm:prSet presAssocID="{D267F936-F8F3-425A-8483-014A21BAAC7D}" presName="background" presStyleLbl="node0" presStyleIdx="2" presStyleCnt="3"/>
      <dgm:spPr/>
    </dgm:pt>
    <dgm:pt modelId="{13638139-811A-40DA-BDD0-A448EAA65FC3}" type="pres">
      <dgm:prSet presAssocID="{D267F936-F8F3-425A-8483-014A21BAAC7D}" presName="text" presStyleLbl="fgAcc0" presStyleIdx="2" presStyleCnt="3">
        <dgm:presLayoutVars>
          <dgm:chPref val="3"/>
        </dgm:presLayoutVars>
      </dgm:prSet>
      <dgm:spPr/>
    </dgm:pt>
    <dgm:pt modelId="{50B93841-A0B4-490D-BF75-93867A1F1D8C}" type="pres">
      <dgm:prSet presAssocID="{D267F936-F8F3-425A-8483-014A21BAAC7D}" presName="hierChild2" presStyleCnt="0"/>
      <dgm:spPr/>
    </dgm:pt>
  </dgm:ptLst>
  <dgm:cxnLst>
    <dgm:cxn modelId="{907EAC05-E203-4A53-ABE3-38767BBCB604}" srcId="{92666B1B-4991-4400-84BC-9A373E620CF0}" destId="{974912A2-644C-449A-9DE6-8C32CC59BE62}" srcOrd="1" destOrd="0" parTransId="{55F2458A-AEDA-4417-BABD-2C28BF959EC7}" sibTransId="{3E3E804A-F0AC-4618-BEFF-7A6965700526}"/>
    <dgm:cxn modelId="{A54E8E25-574F-4923-947F-3AB7E35144B7}" srcId="{92666B1B-4991-4400-84BC-9A373E620CF0}" destId="{95E5F0AF-8088-491A-8287-414CFBD6001E}" srcOrd="0" destOrd="0" parTransId="{F04D04D8-F377-4AF9-97AA-E1F6FCB3F444}" sibTransId="{114ED951-0972-438F-9CAE-FCF9CED5244C}"/>
    <dgm:cxn modelId="{D4F85832-40D4-4111-8A8C-48EF6A7B2A53}" type="presOf" srcId="{974912A2-644C-449A-9DE6-8C32CC59BE62}" destId="{0B5442B3-7D3F-4D61-A274-422505BACB55}" srcOrd="0" destOrd="0" presId="urn:microsoft.com/office/officeart/2005/8/layout/hierarchy1"/>
    <dgm:cxn modelId="{69B6016F-02F6-4BE7-BD59-4B880D1ED225}" type="presOf" srcId="{95E5F0AF-8088-491A-8287-414CFBD6001E}" destId="{841053DD-8E88-45E9-8E26-13599D0A11BD}" srcOrd="0" destOrd="0" presId="urn:microsoft.com/office/officeart/2005/8/layout/hierarchy1"/>
    <dgm:cxn modelId="{5DFB5D70-428C-4ACB-822C-ECE3F3683D5B}" type="presOf" srcId="{D267F936-F8F3-425A-8483-014A21BAAC7D}" destId="{13638139-811A-40DA-BDD0-A448EAA65FC3}" srcOrd="0" destOrd="0" presId="urn:microsoft.com/office/officeart/2005/8/layout/hierarchy1"/>
    <dgm:cxn modelId="{9D445488-76BE-4DEC-A3AE-FCDC05D148DE}" srcId="{92666B1B-4991-4400-84BC-9A373E620CF0}" destId="{D267F936-F8F3-425A-8483-014A21BAAC7D}" srcOrd="2" destOrd="0" parTransId="{4DBAC08C-4416-4316-AFB4-A52630CA88E9}" sibTransId="{ABB05477-C7A2-4B49-A4FB-5A4C1FB599B4}"/>
    <dgm:cxn modelId="{5E9BFAED-011E-433C-B5A1-74BFCB69E858}" type="presOf" srcId="{92666B1B-4991-4400-84BC-9A373E620CF0}" destId="{E801A86C-3D22-4428-8DD2-32BD312C9554}" srcOrd="0" destOrd="0" presId="urn:microsoft.com/office/officeart/2005/8/layout/hierarchy1"/>
    <dgm:cxn modelId="{6BD44904-F767-4592-A494-E662FC7F5534}" type="presParOf" srcId="{E801A86C-3D22-4428-8DD2-32BD312C9554}" destId="{8EB6C5EC-EE57-4602-9078-9240FDB68D7D}" srcOrd="0" destOrd="0" presId="urn:microsoft.com/office/officeart/2005/8/layout/hierarchy1"/>
    <dgm:cxn modelId="{66F714A8-C3AC-4181-A3CE-88DF50B1B267}" type="presParOf" srcId="{8EB6C5EC-EE57-4602-9078-9240FDB68D7D}" destId="{F4B3FF8D-8550-4B61-B0B3-620C7CF9F728}" srcOrd="0" destOrd="0" presId="urn:microsoft.com/office/officeart/2005/8/layout/hierarchy1"/>
    <dgm:cxn modelId="{03344A4F-01A4-4483-BABA-98561CBE74AB}" type="presParOf" srcId="{F4B3FF8D-8550-4B61-B0B3-620C7CF9F728}" destId="{016D1A0B-8F28-49D5-A219-E8083954FEB7}" srcOrd="0" destOrd="0" presId="urn:microsoft.com/office/officeart/2005/8/layout/hierarchy1"/>
    <dgm:cxn modelId="{DEBF9BB8-307A-45E0-B56D-4CF1B73917CC}" type="presParOf" srcId="{F4B3FF8D-8550-4B61-B0B3-620C7CF9F728}" destId="{841053DD-8E88-45E9-8E26-13599D0A11BD}" srcOrd="1" destOrd="0" presId="urn:microsoft.com/office/officeart/2005/8/layout/hierarchy1"/>
    <dgm:cxn modelId="{AD2A3624-5BF3-4548-B353-D29E5C2FEADE}" type="presParOf" srcId="{8EB6C5EC-EE57-4602-9078-9240FDB68D7D}" destId="{A7D4CA1E-010B-46EB-B21C-971630394B7F}" srcOrd="1" destOrd="0" presId="urn:microsoft.com/office/officeart/2005/8/layout/hierarchy1"/>
    <dgm:cxn modelId="{ADC33EEA-F255-4CD5-8E9C-DE2BC3B3DB94}" type="presParOf" srcId="{E801A86C-3D22-4428-8DD2-32BD312C9554}" destId="{ACEA660D-2AAB-4721-936A-D49D849AADE9}" srcOrd="1" destOrd="0" presId="urn:microsoft.com/office/officeart/2005/8/layout/hierarchy1"/>
    <dgm:cxn modelId="{00D71574-30C0-4842-8017-C6CFC773694A}" type="presParOf" srcId="{ACEA660D-2AAB-4721-936A-D49D849AADE9}" destId="{41C480B0-1AD9-4651-B407-61BB478FE280}" srcOrd="0" destOrd="0" presId="urn:microsoft.com/office/officeart/2005/8/layout/hierarchy1"/>
    <dgm:cxn modelId="{102B7FA4-B05D-440C-A47B-1C7F7D8F63BA}" type="presParOf" srcId="{41C480B0-1AD9-4651-B407-61BB478FE280}" destId="{E3D9B9C0-6DD6-48BD-8599-71C6AFA82098}" srcOrd="0" destOrd="0" presId="urn:microsoft.com/office/officeart/2005/8/layout/hierarchy1"/>
    <dgm:cxn modelId="{BEC142C8-0D04-4F2F-AE20-4FBC1E353BA1}" type="presParOf" srcId="{41C480B0-1AD9-4651-B407-61BB478FE280}" destId="{0B5442B3-7D3F-4D61-A274-422505BACB55}" srcOrd="1" destOrd="0" presId="urn:microsoft.com/office/officeart/2005/8/layout/hierarchy1"/>
    <dgm:cxn modelId="{393FE75E-8333-4D99-86EF-12283A763B78}" type="presParOf" srcId="{ACEA660D-2AAB-4721-936A-D49D849AADE9}" destId="{9BD26E00-21DC-4D60-A850-B6C25A1E55B2}" srcOrd="1" destOrd="0" presId="urn:microsoft.com/office/officeart/2005/8/layout/hierarchy1"/>
    <dgm:cxn modelId="{99F4AD5F-2B06-49B0-AB82-F9E41B0BADA3}" type="presParOf" srcId="{E801A86C-3D22-4428-8DD2-32BD312C9554}" destId="{719A3D6A-E1A7-4B95-B09B-504CE9F6C1E4}" srcOrd="2" destOrd="0" presId="urn:microsoft.com/office/officeart/2005/8/layout/hierarchy1"/>
    <dgm:cxn modelId="{B8345CE3-94D2-41C4-8D33-E38C5BF8DD69}" type="presParOf" srcId="{719A3D6A-E1A7-4B95-B09B-504CE9F6C1E4}" destId="{137D77A0-8D2C-4D63-92EB-5634209E6517}" srcOrd="0" destOrd="0" presId="urn:microsoft.com/office/officeart/2005/8/layout/hierarchy1"/>
    <dgm:cxn modelId="{E0CE0C51-D99F-463C-88F5-F45C33109F54}" type="presParOf" srcId="{137D77A0-8D2C-4D63-92EB-5634209E6517}" destId="{A09315F8-4587-4323-BF5A-9AD0C39410B7}" srcOrd="0" destOrd="0" presId="urn:microsoft.com/office/officeart/2005/8/layout/hierarchy1"/>
    <dgm:cxn modelId="{7CFE1E73-D6F9-4B7E-A38E-AF4A8298D44A}" type="presParOf" srcId="{137D77A0-8D2C-4D63-92EB-5634209E6517}" destId="{13638139-811A-40DA-BDD0-A448EAA65FC3}" srcOrd="1" destOrd="0" presId="urn:microsoft.com/office/officeart/2005/8/layout/hierarchy1"/>
    <dgm:cxn modelId="{0C56A77F-EC21-4B2D-9DF0-8348178B89DE}" type="presParOf" srcId="{719A3D6A-E1A7-4B95-B09B-504CE9F6C1E4}" destId="{50B93841-A0B4-490D-BF75-93867A1F1D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D096AF-240B-4F17-B7DA-494096FD3D4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B1F1D98-CB2F-4417-BCDF-988DBD12AF9E}">
      <dgm:prSet/>
      <dgm:spPr/>
      <dgm:t>
        <a:bodyPr/>
        <a:lstStyle/>
        <a:p>
          <a:r>
            <a:rPr lang="fr-FR"/>
            <a:t>Transform EEG data to BIDS format (Creation of a semi-automated program)</a:t>
          </a:r>
          <a:endParaRPr lang="en-US"/>
        </a:p>
      </dgm:t>
    </dgm:pt>
    <dgm:pt modelId="{4852D54A-B298-4EB5-BC92-EF1CC38F6524}" type="parTrans" cxnId="{D2B5E8B9-CB5D-4F9C-BC73-0BF9EC9E9D76}">
      <dgm:prSet/>
      <dgm:spPr/>
      <dgm:t>
        <a:bodyPr/>
        <a:lstStyle/>
        <a:p>
          <a:endParaRPr lang="en-US"/>
        </a:p>
      </dgm:t>
    </dgm:pt>
    <dgm:pt modelId="{64576BCE-C5F5-4573-A62A-B3B389E6E7CA}" type="sibTrans" cxnId="{D2B5E8B9-CB5D-4F9C-BC73-0BF9EC9E9D76}">
      <dgm:prSet/>
      <dgm:spPr/>
      <dgm:t>
        <a:bodyPr/>
        <a:lstStyle/>
        <a:p>
          <a:endParaRPr lang="en-US"/>
        </a:p>
      </dgm:t>
    </dgm:pt>
    <dgm:pt modelId="{E2898540-BB5B-4020-B69B-04136791941A}">
      <dgm:prSet/>
      <dgm:spPr/>
      <dgm:t>
        <a:bodyPr/>
        <a:lstStyle/>
        <a:p>
          <a:r>
            <a:rPr lang="fr-FR"/>
            <a:t>Test similarity algorithm on different threshold, on a new dataset</a:t>
          </a:r>
          <a:endParaRPr lang="en-US"/>
        </a:p>
      </dgm:t>
    </dgm:pt>
    <dgm:pt modelId="{2A5F775C-B821-47C4-8ABA-5D6EFABA4CD1}" type="parTrans" cxnId="{FEE05D92-8A50-4E63-B061-F10BC30830BD}">
      <dgm:prSet/>
      <dgm:spPr/>
      <dgm:t>
        <a:bodyPr/>
        <a:lstStyle/>
        <a:p>
          <a:endParaRPr lang="en-US"/>
        </a:p>
      </dgm:t>
    </dgm:pt>
    <dgm:pt modelId="{319B7795-6C0B-45A1-9115-528F6266A9DB}" type="sibTrans" cxnId="{FEE05D92-8A50-4E63-B061-F10BC30830BD}">
      <dgm:prSet/>
      <dgm:spPr/>
      <dgm:t>
        <a:bodyPr/>
        <a:lstStyle/>
        <a:p>
          <a:endParaRPr lang="en-US"/>
        </a:p>
      </dgm:t>
    </dgm:pt>
    <dgm:pt modelId="{D017276E-E47D-44C6-8A05-3335608BF565}">
      <dgm:prSet/>
      <dgm:spPr/>
      <dgm:t>
        <a:bodyPr/>
        <a:lstStyle/>
        <a:p>
          <a:r>
            <a:rPr lang="fr-FR"/>
            <a:t>Find and test more performant similarity algorithm</a:t>
          </a:r>
          <a:endParaRPr lang="en-US"/>
        </a:p>
      </dgm:t>
    </dgm:pt>
    <dgm:pt modelId="{79D25AB3-DB6E-44BB-B826-86B73961019F}" type="parTrans" cxnId="{81A9779F-2FBD-4441-8E2E-6329994DA1F4}">
      <dgm:prSet/>
      <dgm:spPr/>
      <dgm:t>
        <a:bodyPr/>
        <a:lstStyle/>
        <a:p>
          <a:endParaRPr lang="en-US"/>
        </a:p>
      </dgm:t>
    </dgm:pt>
    <dgm:pt modelId="{30BB5BFE-0D49-4A4E-B2A9-8B594F8A0DBC}" type="sibTrans" cxnId="{81A9779F-2FBD-4441-8E2E-6329994DA1F4}">
      <dgm:prSet/>
      <dgm:spPr/>
      <dgm:t>
        <a:bodyPr/>
        <a:lstStyle/>
        <a:p>
          <a:endParaRPr lang="en-US"/>
        </a:p>
      </dgm:t>
    </dgm:pt>
    <dgm:pt modelId="{9C600B00-24E8-4E89-A76C-399A488117CD}" type="pres">
      <dgm:prSet presAssocID="{4BD096AF-240B-4F17-B7DA-494096FD3D4C}" presName="root" presStyleCnt="0">
        <dgm:presLayoutVars>
          <dgm:dir/>
          <dgm:resizeHandles val="exact"/>
        </dgm:presLayoutVars>
      </dgm:prSet>
      <dgm:spPr/>
    </dgm:pt>
    <dgm:pt modelId="{983B7881-736E-472B-9AC5-6B037EB29470}" type="pres">
      <dgm:prSet presAssocID="{3B1F1D98-CB2F-4417-BCDF-988DBD12AF9E}" presName="compNode" presStyleCnt="0"/>
      <dgm:spPr/>
    </dgm:pt>
    <dgm:pt modelId="{80E3F725-54D3-4AB6-9BFD-0E3C006491AC}" type="pres">
      <dgm:prSet presAssocID="{3B1F1D98-CB2F-4417-BCDF-988DBD12AF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CE26F462-B10E-4D83-934A-22D509F1E40F}" type="pres">
      <dgm:prSet presAssocID="{3B1F1D98-CB2F-4417-BCDF-988DBD12AF9E}" presName="spaceRect" presStyleCnt="0"/>
      <dgm:spPr/>
    </dgm:pt>
    <dgm:pt modelId="{2BC2B658-E5A0-4749-A878-073144EB1406}" type="pres">
      <dgm:prSet presAssocID="{3B1F1D98-CB2F-4417-BCDF-988DBD12AF9E}" presName="textRect" presStyleLbl="revTx" presStyleIdx="0" presStyleCnt="3">
        <dgm:presLayoutVars>
          <dgm:chMax val="1"/>
          <dgm:chPref val="1"/>
        </dgm:presLayoutVars>
      </dgm:prSet>
      <dgm:spPr/>
    </dgm:pt>
    <dgm:pt modelId="{E212EF15-FBBD-45AB-AE39-4F1DD7E5A3AB}" type="pres">
      <dgm:prSet presAssocID="{64576BCE-C5F5-4573-A62A-B3B389E6E7CA}" presName="sibTrans" presStyleCnt="0"/>
      <dgm:spPr/>
    </dgm:pt>
    <dgm:pt modelId="{6292B40C-47E8-4007-B2AF-DFD0DB71C5AB}" type="pres">
      <dgm:prSet presAssocID="{E2898540-BB5B-4020-B69B-04136791941A}" presName="compNode" presStyleCnt="0"/>
      <dgm:spPr/>
    </dgm:pt>
    <dgm:pt modelId="{D0799027-7B70-46AB-A67F-6C718C67B943}" type="pres">
      <dgm:prSet presAssocID="{E2898540-BB5B-4020-B69B-0413679194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47DA8BD0-5BD3-46F7-8DC2-0428A04ADE96}" type="pres">
      <dgm:prSet presAssocID="{E2898540-BB5B-4020-B69B-04136791941A}" presName="spaceRect" presStyleCnt="0"/>
      <dgm:spPr/>
    </dgm:pt>
    <dgm:pt modelId="{75654F0F-1CE4-4000-A622-51F4919F64DB}" type="pres">
      <dgm:prSet presAssocID="{E2898540-BB5B-4020-B69B-04136791941A}" presName="textRect" presStyleLbl="revTx" presStyleIdx="1" presStyleCnt="3">
        <dgm:presLayoutVars>
          <dgm:chMax val="1"/>
          <dgm:chPref val="1"/>
        </dgm:presLayoutVars>
      </dgm:prSet>
      <dgm:spPr/>
    </dgm:pt>
    <dgm:pt modelId="{82D56642-5C6C-4CED-B4B1-BC580E043B5F}" type="pres">
      <dgm:prSet presAssocID="{319B7795-6C0B-45A1-9115-528F6266A9DB}" presName="sibTrans" presStyleCnt="0"/>
      <dgm:spPr/>
    </dgm:pt>
    <dgm:pt modelId="{D92DF933-66E4-4A68-8C10-1676BA0DD6FA}" type="pres">
      <dgm:prSet presAssocID="{D017276E-E47D-44C6-8A05-3335608BF565}" presName="compNode" presStyleCnt="0"/>
      <dgm:spPr/>
    </dgm:pt>
    <dgm:pt modelId="{3BCF3035-00AB-415A-9F1C-551322E9F9E3}" type="pres">
      <dgm:prSet presAssocID="{D017276E-E47D-44C6-8A05-3335608BF5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5DEB0A1-AD8A-4D10-BF34-77666283AE45}" type="pres">
      <dgm:prSet presAssocID="{D017276E-E47D-44C6-8A05-3335608BF565}" presName="spaceRect" presStyleCnt="0"/>
      <dgm:spPr/>
    </dgm:pt>
    <dgm:pt modelId="{699CA518-FA76-4DA5-A4AF-763BEBDEBFE2}" type="pres">
      <dgm:prSet presAssocID="{D017276E-E47D-44C6-8A05-3335608BF56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8E963F-0A34-4038-B344-09C5D521169A}" type="presOf" srcId="{4BD096AF-240B-4F17-B7DA-494096FD3D4C}" destId="{9C600B00-24E8-4E89-A76C-399A488117CD}" srcOrd="0" destOrd="0" presId="urn:microsoft.com/office/officeart/2018/2/layout/IconLabelList"/>
    <dgm:cxn modelId="{870CA75C-3A56-43F9-B549-BAEE8B4785B2}" type="presOf" srcId="{D017276E-E47D-44C6-8A05-3335608BF565}" destId="{699CA518-FA76-4DA5-A4AF-763BEBDEBFE2}" srcOrd="0" destOrd="0" presId="urn:microsoft.com/office/officeart/2018/2/layout/IconLabelList"/>
    <dgm:cxn modelId="{FEE05D92-8A50-4E63-B061-F10BC30830BD}" srcId="{4BD096AF-240B-4F17-B7DA-494096FD3D4C}" destId="{E2898540-BB5B-4020-B69B-04136791941A}" srcOrd="1" destOrd="0" parTransId="{2A5F775C-B821-47C4-8ABA-5D6EFABA4CD1}" sibTransId="{319B7795-6C0B-45A1-9115-528F6266A9DB}"/>
    <dgm:cxn modelId="{81A9779F-2FBD-4441-8E2E-6329994DA1F4}" srcId="{4BD096AF-240B-4F17-B7DA-494096FD3D4C}" destId="{D017276E-E47D-44C6-8A05-3335608BF565}" srcOrd="2" destOrd="0" parTransId="{79D25AB3-DB6E-44BB-B826-86B73961019F}" sibTransId="{30BB5BFE-0D49-4A4E-B2A9-8B594F8A0DBC}"/>
    <dgm:cxn modelId="{CC1E39A2-16D5-4747-8BBA-90CC4CDC11D0}" type="presOf" srcId="{3B1F1D98-CB2F-4417-BCDF-988DBD12AF9E}" destId="{2BC2B658-E5A0-4749-A878-073144EB1406}" srcOrd="0" destOrd="0" presId="urn:microsoft.com/office/officeart/2018/2/layout/IconLabelList"/>
    <dgm:cxn modelId="{D2B5E8B9-CB5D-4F9C-BC73-0BF9EC9E9D76}" srcId="{4BD096AF-240B-4F17-B7DA-494096FD3D4C}" destId="{3B1F1D98-CB2F-4417-BCDF-988DBD12AF9E}" srcOrd="0" destOrd="0" parTransId="{4852D54A-B298-4EB5-BC92-EF1CC38F6524}" sibTransId="{64576BCE-C5F5-4573-A62A-B3B389E6E7CA}"/>
    <dgm:cxn modelId="{ED63F3F2-495B-4058-8B81-79EEE12E89B9}" type="presOf" srcId="{E2898540-BB5B-4020-B69B-04136791941A}" destId="{75654F0F-1CE4-4000-A622-51F4919F64DB}" srcOrd="0" destOrd="0" presId="urn:microsoft.com/office/officeart/2018/2/layout/IconLabelList"/>
    <dgm:cxn modelId="{9D0AA79C-E14C-43A2-8DDD-F08C699768ED}" type="presParOf" srcId="{9C600B00-24E8-4E89-A76C-399A488117CD}" destId="{983B7881-736E-472B-9AC5-6B037EB29470}" srcOrd="0" destOrd="0" presId="urn:microsoft.com/office/officeart/2018/2/layout/IconLabelList"/>
    <dgm:cxn modelId="{AC052BA0-2189-41E6-8D10-1806DC269B14}" type="presParOf" srcId="{983B7881-736E-472B-9AC5-6B037EB29470}" destId="{80E3F725-54D3-4AB6-9BFD-0E3C006491AC}" srcOrd="0" destOrd="0" presId="urn:microsoft.com/office/officeart/2018/2/layout/IconLabelList"/>
    <dgm:cxn modelId="{9C103AA4-3072-4637-BD36-D0F2C8089BCD}" type="presParOf" srcId="{983B7881-736E-472B-9AC5-6B037EB29470}" destId="{CE26F462-B10E-4D83-934A-22D509F1E40F}" srcOrd="1" destOrd="0" presId="urn:microsoft.com/office/officeart/2018/2/layout/IconLabelList"/>
    <dgm:cxn modelId="{8D3FE8C5-5A9F-48DC-9730-4D460A83D5D9}" type="presParOf" srcId="{983B7881-736E-472B-9AC5-6B037EB29470}" destId="{2BC2B658-E5A0-4749-A878-073144EB1406}" srcOrd="2" destOrd="0" presId="urn:microsoft.com/office/officeart/2018/2/layout/IconLabelList"/>
    <dgm:cxn modelId="{18CC99D2-BA72-42EE-B698-832E4B70AFB2}" type="presParOf" srcId="{9C600B00-24E8-4E89-A76C-399A488117CD}" destId="{E212EF15-FBBD-45AB-AE39-4F1DD7E5A3AB}" srcOrd="1" destOrd="0" presId="urn:microsoft.com/office/officeart/2018/2/layout/IconLabelList"/>
    <dgm:cxn modelId="{E008BC1E-78A8-4838-92D6-AE9B41E0BDEB}" type="presParOf" srcId="{9C600B00-24E8-4E89-A76C-399A488117CD}" destId="{6292B40C-47E8-4007-B2AF-DFD0DB71C5AB}" srcOrd="2" destOrd="0" presId="urn:microsoft.com/office/officeart/2018/2/layout/IconLabelList"/>
    <dgm:cxn modelId="{BFE37E83-C774-4F62-A885-3A9E62A7B89A}" type="presParOf" srcId="{6292B40C-47E8-4007-B2AF-DFD0DB71C5AB}" destId="{D0799027-7B70-46AB-A67F-6C718C67B943}" srcOrd="0" destOrd="0" presId="urn:microsoft.com/office/officeart/2018/2/layout/IconLabelList"/>
    <dgm:cxn modelId="{DD6D4B1D-649B-4505-A799-AD24241BE3D3}" type="presParOf" srcId="{6292B40C-47E8-4007-B2AF-DFD0DB71C5AB}" destId="{47DA8BD0-5BD3-46F7-8DC2-0428A04ADE96}" srcOrd="1" destOrd="0" presId="urn:microsoft.com/office/officeart/2018/2/layout/IconLabelList"/>
    <dgm:cxn modelId="{0FDE476E-8D00-404B-B6C1-0FA30E72D8D5}" type="presParOf" srcId="{6292B40C-47E8-4007-B2AF-DFD0DB71C5AB}" destId="{75654F0F-1CE4-4000-A622-51F4919F64DB}" srcOrd="2" destOrd="0" presId="urn:microsoft.com/office/officeart/2018/2/layout/IconLabelList"/>
    <dgm:cxn modelId="{EFB04078-C96C-4678-A8D0-016F4BDD922A}" type="presParOf" srcId="{9C600B00-24E8-4E89-A76C-399A488117CD}" destId="{82D56642-5C6C-4CED-B4B1-BC580E043B5F}" srcOrd="3" destOrd="0" presId="urn:microsoft.com/office/officeart/2018/2/layout/IconLabelList"/>
    <dgm:cxn modelId="{7B4EBD42-8CAC-4F59-93FF-B6E8CDE91393}" type="presParOf" srcId="{9C600B00-24E8-4E89-A76C-399A488117CD}" destId="{D92DF933-66E4-4A68-8C10-1676BA0DD6FA}" srcOrd="4" destOrd="0" presId="urn:microsoft.com/office/officeart/2018/2/layout/IconLabelList"/>
    <dgm:cxn modelId="{7DD1F8AD-DD68-4B6D-9389-3E9DCE5513BD}" type="presParOf" srcId="{D92DF933-66E4-4A68-8C10-1676BA0DD6FA}" destId="{3BCF3035-00AB-415A-9F1C-551322E9F9E3}" srcOrd="0" destOrd="0" presId="urn:microsoft.com/office/officeart/2018/2/layout/IconLabelList"/>
    <dgm:cxn modelId="{A652FD27-8B9C-4E43-9809-1E20D8C47D25}" type="presParOf" srcId="{D92DF933-66E4-4A68-8C10-1676BA0DD6FA}" destId="{F5DEB0A1-AD8A-4D10-BF34-77666283AE45}" srcOrd="1" destOrd="0" presId="urn:microsoft.com/office/officeart/2018/2/layout/IconLabelList"/>
    <dgm:cxn modelId="{97733779-00B2-478D-8E78-135A64D18B78}" type="presParOf" srcId="{D92DF933-66E4-4A68-8C10-1676BA0DD6FA}" destId="{699CA518-FA76-4DA5-A4AF-763BEBDEBFE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6D1A0B-8F28-49D5-A219-E8083954FEB7}">
      <dsp:nvSpPr>
        <dsp:cNvPr id="0" name=""/>
        <dsp:cNvSpPr/>
      </dsp:nvSpPr>
      <dsp:spPr>
        <a:xfrm>
          <a:off x="0" y="602684"/>
          <a:ext cx="3070088" cy="19495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053DD-8E88-45E9-8E26-13599D0A11BD}">
      <dsp:nvSpPr>
        <dsp:cNvPr id="0" name=""/>
        <dsp:cNvSpPr/>
      </dsp:nvSpPr>
      <dsp:spPr>
        <a:xfrm>
          <a:off x="341120" y="926749"/>
          <a:ext cx="3070088" cy="1949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b="1" kern="1200"/>
            <a:t>Checked usefulness of riemannian manifold</a:t>
          </a:r>
          <a:endParaRPr lang="en-US" sz="3100" kern="1200"/>
        </a:p>
      </dsp:txBody>
      <dsp:txXfrm>
        <a:off x="398219" y="983848"/>
        <a:ext cx="2955890" cy="1835307"/>
      </dsp:txXfrm>
    </dsp:sp>
    <dsp:sp modelId="{E3D9B9C0-6DD6-48BD-8599-71C6AFA82098}">
      <dsp:nvSpPr>
        <dsp:cNvPr id="0" name=""/>
        <dsp:cNvSpPr/>
      </dsp:nvSpPr>
      <dsp:spPr>
        <a:xfrm>
          <a:off x="3752329" y="602684"/>
          <a:ext cx="3070088" cy="19495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442B3-7D3F-4D61-A274-422505BACB55}">
      <dsp:nvSpPr>
        <dsp:cNvPr id="0" name=""/>
        <dsp:cNvSpPr/>
      </dsp:nvSpPr>
      <dsp:spPr>
        <a:xfrm>
          <a:off x="4093450" y="926749"/>
          <a:ext cx="3070088" cy="1949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Checked that recentering and spatial filtering improved the classification accuracy</a:t>
          </a:r>
          <a:endParaRPr lang="en-US" sz="3100" kern="1200"/>
        </a:p>
      </dsp:txBody>
      <dsp:txXfrm>
        <a:off x="4150549" y="983848"/>
        <a:ext cx="2955890" cy="1835307"/>
      </dsp:txXfrm>
    </dsp:sp>
    <dsp:sp modelId="{A09315F8-4587-4323-BF5A-9AD0C39410B7}">
      <dsp:nvSpPr>
        <dsp:cNvPr id="0" name=""/>
        <dsp:cNvSpPr/>
      </dsp:nvSpPr>
      <dsp:spPr>
        <a:xfrm>
          <a:off x="7504659" y="602684"/>
          <a:ext cx="3070088" cy="19495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38139-811A-40DA-BDD0-A448EAA65FC3}">
      <dsp:nvSpPr>
        <dsp:cNvPr id="0" name=""/>
        <dsp:cNvSpPr/>
      </dsp:nvSpPr>
      <dsp:spPr>
        <a:xfrm>
          <a:off x="7845780" y="926749"/>
          <a:ext cx="3070088" cy="1949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Tested wavelets transforms as features extractor </a:t>
          </a:r>
          <a:endParaRPr lang="en-US" sz="3100" kern="1200" dirty="0"/>
        </a:p>
      </dsp:txBody>
      <dsp:txXfrm>
        <a:off x="7902879" y="983848"/>
        <a:ext cx="2955890" cy="18353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6D1A0B-8F28-49D5-A219-E8083954FEB7}">
      <dsp:nvSpPr>
        <dsp:cNvPr id="0" name=""/>
        <dsp:cNvSpPr/>
      </dsp:nvSpPr>
      <dsp:spPr>
        <a:xfrm>
          <a:off x="0" y="602684"/>
          <a:ext cx="3070088" cy="19495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053DD-8E88-45E9-8E26-13599D0A11BD}">
      <dsp:nvSpPr>
        <dsp:cNvPr id="0" name=""/>
        <dsp:cNvSpPr/>
      </dsp:nvSpPr>
      <dsp:spPr>
        <a:xfrm>
          <a:off x="341120" y="926749"/>
          <a:ext cx="3070088" cy="1949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b="1" kern="1200" dirty="0" err="1"/>
            <a:t>Finding</a:t>
          </a:r>
          <a:r>
            <a:rPr lang="fr-FR" sz="3400" b="1" kern="1200" dirty="0"/>
            <a:t> </a:t>
          </a:r>
          <a:r>
            <a:rPr lang="fr-FR" sz="3400" b="1" kern="1200" dirty="0" err="1"/>
            <a:t>similar</a:t>
          </a:r>
          <a:r>
            <a:rPr lang="fr-FR" sz="3400" b="1" kern="1200" dirty="0"/>
            <a:t> </a:t>
          </a:r>
          <a:r>
            <a:rPr lang="fr-FR" sz="3400" b="1" kern="1200" dirty="0" err="1"/>
            <a:t>subject</a:t>
          </a:r>
          <a:r>
            <a:rPr lang="fr-FR" sz="3400" b="1" kern="1200" dirty="0"/>
            <a:t> to train on </a:t>
          </a:r>
          <a:r>
            <a:rPr lang="fr-FR" sz="3400" b="1" kern="1200" dirty="0" err="1"/>
            <a:t>less</a:t>
          </a:r>
          <a:r>
            <a:rPr lang="fr-FR" sz="3400" b="1" kern="1200" dirty="0"/>
            <a:t> data but </a:t>
          </a:r>
          <a:r>
            <a:rPr lang="fr-FR" sz="3400" b="1" kern="1200" dirty="0" err="1"/>
            <a:t>having</a:t>
          </a:r>
          <a:r>
            <a:rPr lang="fr-FR" sz="3400" b="1" kern="1200" dirty="0"/>
            <a:t> the </a:t>
          </a:r>
          <a:r>
            <a:rPr lang="fr-FR" sz="3400" b="1" kern="1200" dirty="0" err="1"/>
            <a:t>same</a:t>
          </a:r>
          <a:r>
            <a:rPr lang="fr-FR" sz="3400" b="1" kern="1200" dirty="0"/>
            <a:t> </a:t>
          </a:r>
          <a:r>
            <a:rPr lang="fr-FR" sz="3400" b="1" kern="1200" dirty="0" err="1"/>
            <a:t>accuracy</a:t>
          </a:r>
          <a:r>
            <a:rPr lang="fr-FR" sz="3400" b="1" kern="1200" dirty="0"/>
            <a:t>.</a:t>
          </a:r>
          <a:endParaRPr lang="en-US" sz="3400" kern="1200" dirty="0"/>
        </a:p>
      </dsp:txBody>
      <dsp:txXfrm>
        <a:off x="398219" y="983848"/>
        <a:ext cx="2955890" cy="1835307"/>
      </dsp:txXfrm>
    </dsp:sp>
    <dsp:sp modelId="{E3D9B9C0-6DD6-48BD-8599-71C6AFA82098}">
      <dsp:nvSpPr>
        <dsp:cNvPr id="0" name=""/>
        <dsp:cNvSpPr/>
      </dsp:nvSpPr>
      <dsp:spPr>
        <a:xfrm>
          <a:off x="3752329" y="602684"/>
          <a:ext cx="3070088" cy="19495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442B3-7D3F-4D61-A274-422505BACB55}">
      <dsp:nvSpPr>
        <dsp:cNvPr id="0" name=""/>
        <dsp:cNvSpPr/>
      </dsp:nvSpPr>
      <dsp:spPr>
        <a:xfrm>
          <a:off x="4093450" y="926749"/>
          <a:ext cx="3070088" cy="1949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b="1" kern="1200" dirty="0" err="1"/>
            <a:t>Finding</a:t>
          </a:r>
          <a:r>
            <a:rPr lang="fr-FR" sz="3400" b="1" kern="1200" dirty="0"/>
            <a:t> the best </a:t>
          </a:r>
          <a:r>
            <a:rPr lang="fr-FR" sz="3400" b="1" kern="1200" dirty="0" err="1"/>
            <a:t>threshold</a:t>
          </a:r>
          <a:endParaRPr lang="en-US" sz="3400" kern="1200" dirty="0"/>
        </a:p>
      </dsp:txBody>
      <dsp:txXfrm>
        <a:off x="4150549" y="983848"/>
        <a:ext cx="2955890" cy="1835307"/>
      </dsp:txXfrm>
    </dsp:sp>
    <dsp:sp modelId="{A09315F8-4587-4323-BF5A-9AD0C39410B7}">
      <dsp:nvSpPr>
        <dsp:cNvPr id="0" name=""/>
        <dsp:cNvSpPr/>
      </dsp:nvSpPr>
      <dsp:spPr>
        <a:xfrm>
          <a:off x="7504659" y="602684"/>
          <a:ext cx="3070088" cy="19495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38139-811A-40DA-BDD0-A448EAA65FC3}">
      <dsp:nvSpPr>
        <dsp:cNvPr id="0" name=""/>
        <dsp:cNvSpPr/>
      </dsp:nvSpPr>
      <dsp:spPr>
        <a:xfrm>
          <a:off x="7845780" y="926749"/>
          <a:ext cx="3070088" cy="1949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b="1" kern="1200" dirty="0" err="1"/>
            <a:t>Testing</a:t>
          </a:r>
          <a:r>
            <a:rPr lang="fr-FR" sz="3400" b="1" kern="1200" dirty="0"/>
            <a:t> if SPD, CNN or GREEN </a:t>
          </a:r>
          <a:r>
            <a:rPr lang="fr-FR" sz="3400" b="1" kern="1200" dirty="0" err="1"/>
            <a:t>algorithm</a:t>
          </a:r>
          <a:r>
            <a:rPr lang="fr-FR" sz="3400" b="1" kern="1200" dirty="0"/>
            <a:t> </a:t>
          </a:r>
          <a:r>
            <a:rPr lang="fr-FR" sz="3400" b="1" kern="1200" dirty="0" err="1"/>
            <a:t>is</a:t>
          </a:r>
          <a:r>
            <a:rPr lang="fr-FR" sz="3400" b="1" kern="1200" dirty="0"/>
            <a:t> </a:t>
          </a:r>
          <a:r>
            <a:rPr lang="fr-FR" sz="3400" b="1" kern="1200" dirty="0" err="1"/>
            <a:t>better</a:t>
          </a:r>
          <a:endParaRPr lang="en-US" sz="3400" kern="1200" dirty="0"/>
        </a:p>
      </dsp:txBody>
      <dsp:txXfrm>
        <a:off x="7902879" y="983848"/>
        <a:ext cx="2955890" cy="18353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3F725-54D3-4AB6-9BFD-0E3C006491AC}">
      <dsp:nvSpPr>
        <dsp:cNvPr id="0" name=""/>
        <dsp:cNvSpPr/>
      </dsp:nvSpPr>
      <dsp:spPr>
        <a:xfrm>
          <a:off x="943838" y="462376"/>
          <a:ext cx="1450959" cy="14509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2B658-E5A0-4749-A878-073144EB1406}">
      <dsp:nvSpPr>
        <dsp:cNvPr id="0" name=""/>
        <dsp:cNvSpPr/>
      </dsp:nvSpPr>
      <dsp:spPr>
        <a:xfrm>
          <a:off x="57140" y="2296563"/>
          <a:ext cx="32243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Transform EEG data to BIDS format (Creation of a semi-automated program)</a:t>
          </a:r>
          <a:endParaRPr lang="en-US" sz="2600" kern="1200"/>
        </a:p>
      </dsp:txBody>
      <dsp:txXfrm>
        <a:off x="57140" y="2296563"/>
        <a:ext cx="3224354" cy="720000"/>
      </dsp:txXfrm>
    </dsp:sp>
    <dsp:sp modelId="{D0799027-7B70-46AB-A67F-6C718C67B943}">
      <dsp:nvSpPr>
        <dsp:cNvPr id="0" name=""/>
        <dsp:cNvSpPr/>
      </dsp:nvSpPr>
      <dsp:spPr>
        <a:xfrm>
          <a:off x="4732454" y="462376"/>
          <a:ext cx="1450959" cy="14509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54F0F-1CE4-4000-A622-51F4919F64DB}">
      <dsp:nvSpPr>
        <dsp:cNvPr id="0" name=""/>
        <dsp:cNvSpPr/>
      </dsp:nvSpPr>
      <dsp:spPr>
        <a:xfrm>
          <a:off x="3845757" y="2296563"/>
          <a:ext cx="32243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Test similarity algorithm on different threshold, on a new dataset</a:t>
          </a:r>
          <a:endParaRPr lang="en-US" sz="2600" kern="1200"/>
        </a:p>
      </dsp:txBody>
      <dsp:txXfrm>
        <a:off x="3845757" y="2296563"/>
        <a:ext cx="3224354" cy="720000"/>
      </dsp:txXfrm>
    </dsp:sp>
    <dsp:sp modelId="{3BCF3035-00AB-415A-9F1C-551322E9F9E3}">
      <dsp:nvSpPr>
        <dsp:cNvPr id="0" name=""/>
        <dsp:cNvSpPr/>
      </dsp:nvSpPr>
      <dsp:spPr>
        <a:xfrm>
          <a:off x="8521071" y="462376"/>
          <a:ext cx="1450959" cy="14509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CA518-FA76-4DA5-A4AF-763BEBDEBFE2}">
      <dsp:nvSpPr>
        <dsp:cNvPr id="0" name=""/>
        <dsp:cNvSpPr/>
      </dsp:nvSpPr>
      <dsp:spPr>
        <a:xfrm>
          <a:off x="7634373" y="2296563"/>
          <a:ext cx="32243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Find and test more performant similarity algorithm</a:t>
          </a:r>
          <a:endParaRPr lang="en-US" sz="2600" kern="1200"/>
        </a:p>
      </dsp:txBody>
      <dsp:txXfrm>
        <a:off x="7634373" y="2296563"/>
        <a:ext cx="322435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5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20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635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8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79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212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6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3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1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4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9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3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3CB4BF9-0708-9EFF-CFA8-5E0EBDA8C5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101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1F6F35-6431-270E-8D93-4D6A83C99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10800" dirty="0" err="1">
                <a:latin typeface="+mn-lt"/>
              </a:rPr>
              <a:t>Advancement</a:t>
            </a:r>
            <a:r>
              <a:rPr lang="fr-FR" sz="10800" dirty="0">
                <a:latin typeface="+mn-lt"/>
              </a:rPr>
              <a:t> in PROTEUS ANR</a:t>
            </a:r>
            <a:endParaRPr lang="en-US" sz="10800" dirty="0">
              <a:latin typeface="+mn-l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719D0D-3B79-A05B-A0BB-632B440F9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PHD of Sébastien </a:t>
            </a:r>
            <a:r>
              <a:rPr lang="fr-FR" sz="3200" dirty="0" err="1"/>
              <a:t>Velut</a:t>
            </a:r>
            <a:endParaRPr lang="en-US" sz="3200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49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8F759B-AEC3-EE1A-B037-B55FE5D2C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fr-FR" sz="7200" dirty="0" err="1"/>
              <a:t>What</a:t>
            </a:r>
            <a:r>
              <a:rPr lang="fr-FR" sz="7200" dirty="0"/>
              <a:t> I have </a:t>
            </a:r>
            <a:r>
              <a:rPr lang="fr-FR" sz="7200" dirty="0" err="1"/>
              <a:t>done</a:t>
            </a:r>
            <a:r>
              <a:rPr lang="fr-FR" sz="7200" dirty="0"/>
              <a:t> ?</a:t>
            </a:r>
            <a:endParaRPr lang="en-US" sz="7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D18BD1"/>
          </a:solidFill>
          <a:ln w="34925">
            <a:solidFill>
              <a:srgbClr val="D18BD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A5DB146-DDED-CD52-A9D9-62E797812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563146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4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850D21-7572-ED42-1523-60E37524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410456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dirty="0"/>
              <a:t>Results ESANN Paper with GREEN algorithm Results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onnsiteX0" fmla="*/ 0 w 3255095"/>
              <a:gd name="connsiteY0" fmla="*/ 0 h 27432"/>
              <a:gd name="connsiteX1" fmla="*/ 618468 w 3255095"/>
              <a:gd name="connsiteY1" fmla="*/ 0 h 27432"/>
              <a:gd name="connsiteX2" fmla="*/ 1269487 w 3255095"/>
              <a:gd name="connsiteY2" fmla="*/ 0 h 27432"/>
              <a:gd name="connsiteX3" fmla="*/ 1953057 w 3255095"/>
              <a:gd name="connsiteY3" fmla="*/ 0 h 27432"/>
              <a:gd name="connsiteX4" fmla="*/ 2636627 w 3255095"/>
              <a:gd name="connsiteY4" fmla="*/ 0 h 27432"/>
              <a:gd name="connsiteX5" fmla="*/ 3255095 w 3255095"/>
              <a:gd name="connsiteY5" fmla="*/ 0 h 27432"/>
              <a:gd name="connsiteX6" fmla="*/ 3255095 w 3255095"/>
              <a:gd name="connsiteY6" fmla="*/ 27432 h 27432"/>
              <a:gd name="connsiteX7" fmla="*/ 2538974 w 3255095"/>
              <a:gd name="connsiteY7" fmla="*/ 27432 h 27432"/>
              <a:gd name="connsiteX8" fmla="*/ 1822853 w 3255095"/>
              <a:gd name="connsiteY8" fmla="*/ 27432 h 27432"/>
              <a:gd name="connsiteX9" fmla="*/ 1171834 w 3255095"/>
              <a:gd name="connsiteY9" fmla="*/ 27432 h 27432"/>
              <a:gd name="connsiteX10" fmla="*/ 0 w 3255095"/>
              <a:gd name="connsiteY10" fmla="*/ 27432 h 27432"/>
              <a:gd name="connsiteX11" fmla="*/ 0 w 3255095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D18BD1"/>
          </a:solidFill>
          <a:ln w="38100" cap="rnd">
            <a:solidFill>
              <a:srgbClr val="D18BD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854D9B8-F907-DF27-1CF8-3352A5C83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0569" y="640080"/>
            <a:ext cx="5722070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850D21-7572-ED42-1523-60E37524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402836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800" dirty="0"/>
              <a:t>Results ESANN Paper with GREEN algorithm Results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onnsiteX0" fmla="*/ 0 w 3255095"/>
              <a:gd name="connsiteY0" fmla="*/ 0 h 27432"/>
              <a:gd name="connsiteX1" fmla="*/ 618468 w 3255095"/>
              <a:gd name="connsiteY1" fmla="*/ 0 h 27432"/>
              <a:gd name="connsiteX2" fmla="*/ 1269487 w 3255095"/>
              <a:gd name="connsiteY2" fmla="*/ 0 h 27432"/>
              <a:gd name="connsiteX3" fmla="*/ 1953057 w 3255095"/>
              <a:gd name="connsiteY3" fmla="*/ 0 h 27432"/>
              <a:gd name="connsiteX4" fmla="*/ 2636627 w 3255095"/>
              <a:gd name="connsiteY4" fmla="*/ 0 h 27432"/>
              <a:gd name="connsiteX5" fmla="*/ 3255095 w 3255095"/>
              <a:gd name="connsiteY5" fmla="*/ 0 h 27432"/>
              <a:gd name="connsiteX6" fmla="*/ 3255095 w 3255095"/>
              <a:gd name="connsiteY6" fmla="*/ 27432 h 27432"/>
              <a:gd name="connsiteX7" fmla="*/ 2538974 w 3255095"/>
              <a:gd name="connsiteY7" fmla="*/ 27432 h 27432"/>
              <a:gd name="connsiteX8" fmla="*/ 1822853 w 3255095"/>
              <a:gd name="connsiteY8" fmla="*/ 27432 h 27432"/>
              <a:gd name="connsiteX9" fmla="*/ 1171834 w 3255095"/>
              <a:gd name="connsiteY9" fmla="*/ 27432 h 27432"/>
              <a:gd name="connsiteX10" fmla="*/ 0 w 3255095"/>
              <a:gd name="connsiteY10" fmla="*/ 27432 h 27432"/>
              <a:gd name="connsiteX11" fmla="*/ 0 w 3255095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D18BD1"/>
          </a:solidFill>
          <a:ln w="38100" cap="rnd">
            <a:solidFill>
              <a:srgbClr val="D18BD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24F67F1-A79A-5748-D796-D8B3DE25D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5631" y="640080"/>
            <a:ext cx="5811945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0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D26180-4B7D-9C54-85C4-94624233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What I am doing now ?</a:t>
            </a:r>
            <a:endParaRPr lang="en-US" dirty="0"/>
          </a:p>
        </p:txBody>
      </p:sp>
      <p:graphicFrame>
        <p:nvGraphicFramePr>
          <p:cNvPr id="4" name="Espace réservé du contenu 2">
            <a:extLst>
              <a:ext uri="{FF2B5EF4-FFF2-40B4-BE49-F238E27FC236}">
                <a16:creationId xmlns:a16="http://schemas.microsoft.com/office/drawing/2014/main" id="{B5B7D501-3706-C899-7103-D64F47792A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083710"/>
              </p:ext>
            </p:extLst>
          </p:nvPr>
        </p:nvGraphicFramePr>
        <p:xfrm>
          <a:off x="638065" y="227243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3929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9566C0-4D85-9857-1EC9-A002D54F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fr-FR" sz="7200"/>
              <a:t>What I will do ? </a:t>
            </a:r>
            <a:endParaRPr lang="en-US" sz="7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D18BD1"/>
          </a:solidFill>
          <a:ln w="34925">
            <a:solidFill>
              <a:srgbClr val="D18BD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50E0299-E11E-1593-93EE-D3AB210AB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102033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709763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AnalogousFromLightSeedLeftStep">
      <a:dk1>
        <a:srgbClr val="000000"/>
      </a:dk1>
      <a:lt1>
        <a:srgbClr val="FFFFFF"/>
      </a:lt1>
      <a:dk2>
        <a:srgbClr val="242B41"/>
      </a:dk2>
      <a:lt2>
        <a:srgbClr val="E2E8E2"/>
      </a:lt2>
      <a:accent1>
        <a:srgbClr val="D18BD1"/>
      </a:accent1>
      <a:accent2>
        <a:srgbClr val="A471C7"/>
      </a:accent2>
      <a:accent3>
        <a:srgbClr val="978BD1"/>
      </a:accent3>
      <a:accent4>
        <a:srgbClr val="7186C7"/>
      </a:accent4>
      <a:accent5>
        <a:srgbClr val="71AAC7"/>
      </a:accent5>
      <a:accent6>
        <a:srgbClr val="65B1AB"/>
      </a:accent6>
      <a:hlink>
        <a:srgbClr val="568F57"/>
      </a:hlink>
      <a:folHlink>
        <a:srgbClr val="7F7F7F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118</Words>
  <Application>Microsoft Office PowerPoint</Application>
  <PresentationFormat>Grand écran</PresentationFormat>
  <Paragraphs>16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The Hand Bold</vt:lpstr>
      <vt:lpstr>The Serif Hand Black</vt:lpstr>
      <vt:lpstr>SketchyVTI</vt:lpstr>
      <vt:lpstr>Advancement in PROTEUS ANR</vt:lpstr>
      <vt:lpstr>What I have done ?</vt:lpstr>
      <vt:lpstr>Results ESANN Paper with GREEN algorithm Results</vt:lpstr>
      <vt:lpstr>Results ESANN Paper with GREEN algorithm Results</vt:lpstr>
      <vt:lpstr>What I am doing now ?</vt:lpstr>
      <vt:lpstr>What I will do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Advancement in PROTEUS ANR</dc:title>
  <dc:creator>Sebastien VELUT</dc:creator>
  <cp:lastModifiedBy>Sebastien VELUT</cp:lastModifiedBy>
  <cp:revision>2</cp:revision>
  <dcterms:created xsi:type="dcterms:W3CDTF">2024-09-30T10:32:39Z</dcterms:created>
  <dcterms:modified xsi:type="dcterms:W3CDTF">2024-10-02T13:04:36Z</dcterms:modified>
</cp:coreProperties>
</file>