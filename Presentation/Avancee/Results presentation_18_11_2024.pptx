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03" r:id="rId4"/>
  </p:sldMasterIdLst>
  <p:notesMasterIdLst>
    <p:notesMasterId r:id="rId23"/>
  </p:notesMasterIdLst>
  <p:handoutMasterIdLst>
    <p:handoutMasterId r:id="rId24"/>
  </p:handoutMasterIdLst>
  <p:sldIdLst>
    <p:sldId id="276" r:id="rId5"/>
    <p:sldId id="257" r:id="rId6"/>
    <p:sldId id="305" r:id="rId7"/>
    <p:sldId id="299" r:id="rId8"/>
    <p:sldId id="300" r:id="rId9"/>
    <p:sldId id="301" r:id="rId10"/>
    <p:sldId id="302" r:id="rId11"/>
    <p:sldId id="303" r:id="rId12"/>
    <p:sldId id="304" r:id="rId13"/>
    <p:sldId id="306" r:id="rId14"/>
    <p:sldId id="307" r:id="rId15"/>
    <p:sldId id="310" r:id="rId16"/>
    <p:sldId id="308" r:id="rId17"/>
    <p:sldId id="309" r:id="rId18"/>
    <p:sldId id="311" r:id="rId19"/>
    <p:sldId id="312" r:id="rId20"/>
    <p:sldId id="313" r:id="rId21"/>
    <p:sldId id="314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28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FD0F851-EC5A-4D38-B0AD-8093EC10F338}"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2" autoAdjust="0"/>
    <p:restoredTop sz="96327" autoAdjust="0"/>
  </p:normalViewPr>
  <p:slideViewPr>
    <p:cSldViewPr snapToGrid="0">
      <p:cViewPr varScale="1">
        <p:scale>
          <a:sx n="80" d="100"/>
          <a:sy n="80" d="100"/>
        </p:scale>
        <p:origin x="58" y="182"/>
      </p:cViewPr>
      <p:guideLst>
        <p:guide orient="horz" pos="2928"/>
        <p:guide pos="3840"/>
      </p:guideLst>
    </p:cSldViewPr>
  </p:slideViewPr>
  <p:outlineViewPr>
    <p:cViewPr>
      <p:scale>
        <a:sx n="33" d="100"/>
        <a:sy n="33" d="100"/>
      </p:scale>
      <p:origin x="0" y="-518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933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B022A2D-42FA-4553-8772-8DAE87B7695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DD895D-FAE0-4BCC-A867-FF4B70D9BF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68A188-91E3-4091-B70E-E1E6D807C522}" type="datetimeFigureOut">
              <a:rPr lang="en-US" smtClean="0"/>
              <a:t>11/15/2024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4706EC-595E-4FD0-9EC4-968864CC931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699D8E-A980-43D3-BFB9-0812FFA36A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4EE72E-E5A5-44ED-A736-DB8D8EE9B4C6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1741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C02412-B176-4E06-823F-C66FEB3E21FB}" type="datetimeFigureOut">
              <a:rPr lang="en-US" smtClean="0"/>
              <a:t>11/15/2024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942FC2-A162-47B3-989B-571A62414964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1327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42FC2-A162-47B3-989B-571A62414964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09004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42FC2-A162-47B3-989B-571A62414964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8000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9798E-90C4-48E6-B39B-37FF65347A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7100" y="1079500"/>
            <a:ext cx="7797799" cy="2138400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D95C8C-0A7F-40D9-A690-3D5898EFFE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08350" y="4113213"/>
            <a:ext cx="5575300" cy="1655762"/>
          </a:xfrm>
        </p:spPr>
        <p:txBody>
          <a:bodyPr/>
          <a:lstStyle>
            <a:lvl1pPr marL="0" indent="0" algn="ctr">
              <a:buNone/>
              <a:defRPr sz="24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1322F3-E47A-4D6E-96A8-AB5C73BA990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7BF5CE-9E66-4FD5-949F-34E11607C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DAB7A-4032-416A-B04E-1F4878912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‹N°›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01C0CAB-6A03-4C6A-9FAA-219847753628}"/>
              </a:ext>
            </a:extLst>
          </p:cNvPr>
          <p:cNvCxnSpPr>
            <a:cxnSpLocks/>
          </p:cNvCxnSpPr>
          <p:nvPr/>
        </p:nvCxnSpPr>
        <p:spPr>
          <a:xfrm>
            <a:off x="5826000" y="3690871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982E0B2-AA9C-441C-A08E-A9DF9CF12116}"/>
              </a:ext>
            </a:extLst>
          </p:cNvPr>
          <p:cNvGrpSpPr/>
          <p:nvPr/>
        </p:nvGrpSpPr>
        <p:grpSpPr>
          <a:xfrm>
            <a:off x="9728046" y="4869342"/>
            <a:ext cx="1623711" cy="630920"/>
            <a:chOff x="9588346" y="4824892"/>
            <a:chExt cx="1623711" cy="63092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4A2E074-C10D-4C57-AB72-B631E4D77102}"/>
                </a:ext>
              </a:extLst>
            </p:cNvPr>
            <p:cNvSpPr/>
            <p:nvPr/>
          </p:nvSpPr>
          <p:spPr>
            <a:xfrm rot="2700000" flipH="1">
              <a:off x="10267789" y="4452443"/>
              <a:ext cx="571820" cy="1316717"/>
            </a:xfrm>
            <a:custGeom>
              <a:avLst/>
              <a:gdLst>
                <a:gd name="connsiteX0" fmla="*/ 282417 w 571820"/>
                <a:gd name="connsiteY0" fmla="*/ 0 h 1316717"/>
                <a:gd name="connsiteX1" fmla="*/ 285910 w 571820"/>
                <a:gd name="connsiteY1" fmla="*/ 3175 h 1316717"/>
                <a:gd name="connsiteX2" fmla="*/ 287393 w 571820"/>
                <a:gd name="connsiteY2" fmla="*/ 1827 h 1316717"/>
                <a:gd name="connsiteX3" fmla="*/ 289403 w 571820"/>
                <a:gd name="connsiteY3" fmla="*/ 0 h 1316717"/>
                <a:gd name="connsiteX4" fmla="*/ 289403 w 571820"/>
                <a:gd name="connsiteY4" fmla="*/ 6349 h 1316717"/>
                <a:gd name="connsiteX5" fmla="*/ 309203 w 571820"/>
                <a:gd name="connsiteY5" fmla="*/ 24345 h 1316717"/>
                <a:gd name="connsiteX6" fmla="*/ 571820 w 571820"/>
                <a:gd name="connsiteY6" fmla="*/ 658359 h 1316717"/>
                <a:gd name="connsiteX7" fmla="*/ 309203 w 571820"/>
                <a:gd name="connsiteY7" fmla="*/ 1292372 h 1316717"/>
                <a:gd name="connsiteX8" fmla="*/ 289403 w 571820"/>
                <a:gd name="connsiteY8" fmla="*/ 1310368 h 1316717"/>
                <a:gd name="connsiteX9" fmla="*/ 289403 w 571820"/>
                <a:gd name="connsiteY9" fmla="*/ 1316717 h 1316717"/>
                <a:gd name="connsiteX10" fmla="*/ 287393 w 571820"/>
                <a:gd name="connsiteY10" fmla="*/ 1314890 h 1316717"/>
                <a:gd name="connsiteX11" fmla="*/ 285910 w 571820"/>
                <a:gd name="connsiteY11" fmla="*/ 1313542 h 1316717"/>
                <a:gd name="connsiteX12" fmla="*/ 282417 w 571820"/>
                <a:gd name="connsiteY12" fmla="*/ 1316717 h 1316717"/>
                <a:gd name="connsiteX13" fmla="*/ 282417 w 571820"/>
                <a:gd name="connsiteY13" fmla="*/ 1310367 h 1316717"/>
                <a:gd name="connsiteX14" fmla="*/ 262617 w 571820"/>
                <a:gd name="connsiteY14" fmla="*/ 1292372 h 1316717"/>
                <a:gd name="connsiteX15" fmla="*/ 0 w 571820"/>
                <a:gd name="connsiteY15" fmla="*/ 658358 h 1316717"/>
                <a:gd name="connsiteX16" fmla="*/ 262617 w 571820"/>
                <a:gd name="connsiteY16" fmla="*/ 24345 h 1316717"/>
                <a:gd name="connsiteX17" fmla="*/ 282417 w 571820"/>
                <a:gd name="connsiteY17" fmla="*/ 6349 h 1316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71820" h="1316717">
                  <a:moveTo>
                    <a:pt x="282417" y="0"/>
                  </a:moveTo>
                  <a:lnTo>
                    <a:pt x="285910" y="3175"/>
                  </a:lnTo>
                  <a:lnTo>
                    <a:pt x="287393" y="1827"/>
                  </a:lnTo>
                  <a:lnTo>
                    <a:pt x="289403" y="0"/>
                  </a:lnTo>
                  <a:lnTo>
                    <a:pt x="289403" y="6349"/>
                  </a:lnTo>
                  <a:lnTo>
                    <a:pt x="309203" y="24345"/>
                  </a:lnTo>
                  <a:cubicBezTo>
                    <a:pt x="471461" y="186603"/>
                    <a:pt x="571820" y="410761"/>
                    <a:pt x="571820" y="658359"/>
                  </a:cubicBezTo>
                  <a:cubicBezTo>
                    <a:pt x="571820" y="905956"/>
                    <a:pt x="471461" y="1130114"/>
                    <a:pt x="309203" y="1292372"/>
                  </a:cubicBezTo>
                  <a:lnTo>
                    <a:pt x="289403" y="1310368"/>
                  </a:lnTo>
                  <a:lnTo>
                    <a:pt x="289403" y="1316717"/>
                  </a:lnTo>
                  <a:lnTo>
                    <a:pt x="287393" y="1314890"/>
                  </a:lnTo>
                  <a:lnTo>
                    <a:pt x="285910" y="1313542"/>
                  </a:lnTo>
                  <a:lnTo>
                    <a:pt x="282417" y="1316717"/>
                  </a:lnTo>
                  <a:lnTo>
                    <a:pt x="282417" y="1310367"/>
                  </a:lnTo>
                  <a:lnTo>
                    <a:pt x="262617" y="1292372"/>
                  </a:lnTo>
                  <a:cubicBezTo>
                    <a:pt x="100359" y="1130113"/>
                    <a:pt x="0" y="905956"/>
                    <a:pt x="0" y="658358"/>
                  </a:cubicBezTo>
                  <a:cubicBezTo>
                    <a:pt x="0" y="410761"/>
                    <a:pt x="100359" y="186603"/>
                    <a:pt x="262617" y="24345"/>
                  </a:cubicBezTo>
                  <a:lnTo>
                    <a:pt x="282417" y="6349"/>
                  </a:lnTo>
                  <a:close/>
                </a:path>
              </a:pathLst>
            </a:custGeom>
            <a:solidFill>
              <a:schemeClr val="accent4">
                <a:alpha val="4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0B037EB3-1772-4BA8-A95A-E5DBDFEA32B0}"/>
                </a:ext>
              </a:extLst>
            </p:cNvPr>
            <p:cNvGrpSpPr/>
            <p:nvPr/>
          </p:nvGrpSpPr>
          <p:grpSpPr>
            <a:xfrm rot="2700000" flipH="1">
              <a:off x="10112436" y="4359902"/>
              <a:ext cx="571820" cy="1620000"/>
              <a:chOff x="8482785" y="4330454"/>
              <a:chExt cx="571820" cy="1620000"/>
            </a:xfrm>
          </p:grpSpPr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A1F47AC1-63D0-47F3-9728-1A0A0543494B}"/>
                  </a:ext>
                </a:extLst>
              </p:cNvPr>
              <p:cNvSpPr/>
              <p:nvPr/>
            </p:nvSpPr>
            <p:spPr>
              <a:xfrm>
                <a:off x="8482785" y="4333632"/>
                <a:ext cx="571820" cy="1311956"/>
              </a:xfrm>
              <a:custGeom>
                <a:avLst/>
                <a:gdLst>
                  <a:gd name="connsiteX0" fmla="*/ 282417 w 571820"/>
                  <a:gd name="connsiteY0" fmla="*/ 0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82417 w 571820"/>
                  <a:gd name="connsiteY0" fmla="*/ 6349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309203 w 571820"/>
                  <a:gd name="connsiteY4" fmla="*/ 24345 h 1316717"/>
                  <a:gd name="connsiteX5" fmla="*/ 571820 w 571820"/>
                  <a:gd name="connsiteY5" fmla="*/ 658359 h 1316717"/>
                  <a:gd name="connsiteX6" fmla="*/ 309203 w 571820"/>
                  <a:gd name="connsiteY6" fmla="*/ 1292372 h 1316717"/>
                  <a:gd name="connsiteX7" fmla="*/ 289403 w 571820"/>
                  <a:gd name="connsiteY7" fmla="*/ 1310368 h 1316717"/>
                  <a:gd name="connsiteX8" fmla="*/ 289403 w 571820"/>
                  <a:gd name="connsiteY8" fmla="*/ 1316717 h 1316717"/>
                  <a:gd name="connsiteX9" fmla="*/ 287393 w 571820"/>
                  <a:gd name="connsiteY9" fmla="*/ 1314890 h 1316717"/>
                  <a:gd name="connsiteX10" fmla="*/ 285910 w 571820"/>
                  <a:gd name="connsiteY10" fmla="*/ 1313542 h 1316717"/>
                  <a:gd name="connsiteX11" fmla="*/ 282417 w 571820"/>
                  <a:gd name="connsiteY11" fmla="*/ 1316717 h 1316717"/>
                  <a:gd name="connsiteX12" fmla="*/ 282417 w 571820"/>
                  <a:gd name="connsiteY12" fmla="*/ 1310367 h 1316717"/>
                  <a:gd name="connsiteX13" fmla="*/ 262617 w 571820"/>
                  <a:gd name="connsiteY13" fmla="*/ 1292372 h 1316717"/>
                  <a:gd name="connsiteX14" fmla="*/ 0 w 571820"/>
                  <a:gd name="connsiteY14" fmla="*/ 658358 h 1316717"/>
                  <a:gd name="connsiteX15" fmla="*/ 262617 w 571820"/>
                  <a:gd name="connsiteY15" fmla="*/ 24345 h 1316717"/>
                  <a:gd name="connsiteX0" fmla="*/ 262617 w 571820"/>
                  <a:gd name="connsiteY0" fmla="*/ 22518 h 1314890"/>
                  <a:gd name="connsiteX1" fmla="*/ 285910 w 571820"/>
                  <a:gd name="connsiteY1" fmla="*/ 1348 h 1314890"/>
                  <a:gd name="connsiteX2" fmla="*/ 287393 w 571820"/>
                  <a:gd name="connsiteY2" fmla="*/ 0 h 1314890"/>
                  <a:gd name="connsiteX3" fmla="*/ 309203 w 571820"/>
                  <a:gd name="connsiteY3" fmla="*/ 22518 h 1314890"/>
                  <a:gd name="connsiteX4" fmla="*/ 571820 w 571820"/>
                  <a:gd name="connsiteY4" fmla="*/ 656532 h 1314890"/>
                  <a:gd name="connsiteX5" fmla="*/ 309203 w 571820"/>
                  <a:gd name="connsiteY5" fmla="*/ 1290545 h 1314890"/>
                  <a:gd name="connsiteX6" fmla="*/ 289403 w 571820"/>
                  <a:gd name="connsiteY6" fmla="*/ 1308541 h 1314890"/>
                  <a:gd name="connsiteX7" fmla="*/ 289403 w 571820"/>
                  <a:gd name="connsiteY7" fmla="*/ 1314890 h 1314890"/>
                  <a:gd name="connsiteX8" fmla="*/ 287393 w 571820"/>
                  <a:gd name="connsiteY8" fmla="*/ 1313063 h 1314890"/>
                  <a:gd name="connsiteX9" fmla="*/ 285910 w 571820"/>
                  <a:gd name="connsiteY9" fmla="*/ 1311715 h 1314890"/>
                  <a:gd name="connsiteX10" fmla="*/ 282417 w 571820"/>
                  <a:gd name="connsiteY10" fmla="*/ 1314890 h 1314890"/>
                  <a:gd name="connsiteX11" fmla="*/ 282417 w 571820"/>
                  <a:gd name="connsiteY11" fmla="*/ 1308540 h 1314890"/>
                  <a:gd name="connsiteX12" fmla="*/ 262617 w 571820"/>
                  <a:gd name="connsiteY12" fmla="*/ 1290545 h 1314890"/>
                  <a:gd name="connsiteX13" fmla="*/ 0 w 571820"/>
                  <a:gd name="connsiteY13" fmla="*/ 656531 h 1314890"/>
                  <a:gd name="connsiteX14" fmla="*/ 262617 w 571820"/>
                  <a:gd name="connsiteY14" fmla="*/ 22518 h 1314890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82417 w 571820"/>
                  <a:gd name="connsiteY10" fmla="*/ 1307192 h 1313542"/>
                  <a:gd name="connsiteX11" fmla="*/ 262617 w 571820"/>
                  <a:gd name="connsiteY11" fmla="*/ 1289197 h 1313542"/>
                  <a:gd name="connsiteX12" fmla="*/ 0 w 571820"/>
                  <a:gd name="connsiteY12" fmla="*/ 655183 h 1313542"/>
                  <a:gd name="connsiteX13" fmla="*/ 262617 w 571820"/>
                  <a:gd name="connsiteY13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62617 w 571820"/>
                  <a:gd name="connsiteY10" fmla="*/ 1289197 h 1313542"/>
                  <a:gd name="connsiteX11" fmla="*/ 0 w 571820"/>
                  <a:gd name="connsiteY11" fmla="*/ 655183 h 1313542"/>
                  <a:gd name="connsiteX12" fmla="*/ 262617 w 571820"/>
                  <a:gd name="connsiteY12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62617 w 571820"/>
                  <a:gd name="connsiteY9" fmla="*/ 1289197 h 1313542"/>
                  <a:gd name="connsiteX10" fmla="*/ 0 w 571820"/>
                  <a:gd name="connsiteY10" fmla="*/ 655183 h 1313542"/>
                  <a:gd name="connsiteX11" fmla="*/ 262617 w 571820"/>
                  <a:gd name="connsiteY11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62617 w 571820"/>
                  <a:gd name="connsiteY8" fmla="*/ 1289197 h 1313542"/>
                  <a:gd name="connsiteX9" fmla="*/ 0 w 571820"/>
                  <a:gd name="connsiteY9" fmla="*/ 655183 h 1313542"/>
                  <a:gd name="connsiteX10" fmla="*/ 262617 w 571820"/>
                  <a:gd name="connsiteY10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62617 w 571820"/>
                  <a:gd name="connsiteY7" fmla="*/ 1289197 h 1313542"/>
                  <a:gd name="connsiteX8" fmla="*/ 0 w 571820"/>
                  <a:gd name="connsiteY8" fmla="*/ 655183 h 1313542"/>
                  <a:gd name="connsiteX9" fmla="*/ 262617 w 571820"/>
                  <a:gd name="connsiteY9" fmla="*/ 21170 h 1313542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9403 w 571820"/>
                  <a:gd name="connsiteY5" fmla="*/ 1307193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5832 w 571820"/>
                  <a:gd name="connsiteY5" fmla="*/ 1311956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11956"/>
                  <a:gd name="connsiteX1" fmla="*/ 285910 w 571820"/>
                  <a:gd name="connsiteY1" fmla="*/ 0 h 1311956"/>
                  <a:gd name="connsiteX2" fmla="*/ 309203 w 571820"/>
                  <a:gd name="connsiteY2" fmla="*/ 21170 h 1311956"/>
                  <a:gd name="connsiteX3" fmla="*/ 571820 w 571820"/>
                  <a:gd name="connsiteY3" fmla="*/ 655184 h 1311956"/>
                  <a:gd name="connsiteX4" fmla="*/ 309203 w 571820"/>
                  <a:gd name="connsiteY4" fmla="*/ 1289197 h 1311956"/>
                  <a:gd name="connsiteX5" fmla="*/ 285832 w 571820"/>
                  <a:gd name="connsiteY5" fmla="*/ 1311956 h 1311956"/>
                  <a:gd name="connsiteX6" fmla="*/ 262617 w 571820"/>
                  <a:gd name="connsiteY6" fmla="*/ 1289197 h 1311956"/>
                  <a:gd name="connsiteX7" fmla="*/ 0 w 571820"/>
                  <a:gd name="connsiteY7" fmla="*/ 655183 h 1311956"/>
                  <a:gd name="connsiteX8" fmla="*/ 262617 w 571820"/>
                  <a:gd name="connsiteY8" fmla="*/ 21170 h 1311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71820" h="1311956">
                    <a:moveTo>
                      <a:pt x="262617" y="21170"/>
                    </a:moveTo>
                    <a:lnTo>
                      <a:pt x="285910" y="0"/>
                    </a:lnTo>
                    <a:lnTo>
                      <a:pt x="309203" y="21170"/>
                    </a:lnTo>
                    <a:cubicBezTo>
                      <a:pt x="471461" y="183428"/>
                      <a:pt x="571820" y="407586"/>
                      <a:pt x="571820" y="655184"/>
                    </a:cubicBezTo>
                    <a:cubicBezTo>
                      <a:pt x="571820" y="902781"/>
                      <a:pt x="471461" y="1126939"/>
                      <a:pt x="309203" y="1289197"/>
                    </a:cubicBezTo>
                    <a:lnTo>
                      <a:pt x="285832" y="1311956"/>
                    </a:lnTo>
                    <a:lnTo>
                      <a:pt x="262617" y="1289197"/>
                    </a:lnTo>
                    <a:cubicBezTo>
                      <a:pt x="100359" y="1126938"/>
                      <a:pt x="0" y="902781"/>
                      <a:pt x="0" y="655183"/>
                    </a:cubicBezTo>
                    <a:cubicBezTo>
                      <a:pt x="0" y="407586"/>
                      <a:pt x="100359" y="183428"/>
                      <a:pt x="262617" y="21170"/>
                    </a:cubicBez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803A57D6-0C36-4560-A08A-16768551EF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68695" y="4330454"/>
                <a:ext cx="0" cy="1620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56276193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A217A-A229-4751-8D09-0CAD914F6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DEA33-60C3-4B28-B3EF-E93D6D46A3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7D3B28-C66B-4279-AB67-2BC1D01239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28FF39-A0DA-4F77-9297-B83C86B57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D7D65A-9D4E-42F6-A8BF-1EEAFB180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667092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017BB-B242-4CC6-887C-83E08CE2D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2252663"/>
            <a:ext cx="4457700" cy="2349500"/>
          </a:xfrm>
        </p:spPr>
        <p:txBody>
          <a:bodyPr anchor="ctr" anchorCtr="0">
            <a:normAutofit/>
          </a:bodyPr>
          <a:lstStyle>
            <a:lvl1pPr algn="ctr">
              <a:defRPr sz="2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95823-EA83-493F-8FEC-C72B5B9CF2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54800" y="2252664"/>
            <a:ext cx="4451348" cy="2349500"/>
          </a:xfrm>
        </p:spPr>
        <p:txBody>
          <a:bodyPr anchor="ctr" anchorCtr="0"/>
          <a:lstStyle>
            <a:lvl1pPr marL="0" indent="0">
              <a:buNone/>
              <a:defRPr sz="2400" i="1">
                <a:solidFill>
                  <a:schemeClr val="tx1">
                    <a:alpha val="7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E08E54-36BB-4AB4-BE1F-5FA8207BEA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453A6A-C55A-40A1-A3BB-DB417047F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D6E656-7AC0-4BD3-AFE5-4B5122E2F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‹N°›</a:t>
            </a:fld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9ABE19D-0B51-4388-93D1-0CD6B767115D}"/>
              </a:ext>
            </a:extLst>
          </p:cNvPr>
          <p:cNvGrpSpPr/>
          <p:nvPr/>
        </p:nvGrpSpPr>
        <p:grpSpPr>
          <a:xfrm>
            <a:off x="999771" y="932104"/>
            <a:ext cx="913428" cy="1032464"/>
            <a:chOff x="999771" y="932104"/>
            <a:chExt cx="913428" cy="1032464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46226ED6-7133-4222-9552-0EA4B1B3C9FB}"/>
                </a:ext>
              </a:extLst>
            </p:cNvPr>
            <p:cNvGrpSpPr/>
            <p:nvPr/>
          </p:nvGrpSpPr>
          <p:grpSpPr>
            <a:xfrm rot="8100000" flipV="1">
              <a:off x="1047457" y="1290386"/>
              <a:ext cx="865742" cy="628383"/>
              <a:chOff x="558167" y="958515"/>
              <a:chExt cx="865742" cy="628383"/>
            </a:xfrm>
            <a:solidFill>
              <a:schemeClr val="accent3"/>
            </a:solidFill>
          </p:grpSpPr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BE810E40-D42F-4034-93BA-54446465D20B}"/>
                  </a:ext>
                </a:extLst>
              </p:cNvPr>
              <p:cNvSpPr/>
              <p:nvPr/>
            </p:nvSpPr>
            <p:spPr>
              <a:xfrm rot="8100000" flipH="1">
                <a:off x="558167" y="1122160"/>
                <a:ext cx="464738" cy="464738"/>
              </a:xfrm>
              <a:custGeom>
                <a:avLst/>
                <a:gdLst>
                  <a:gd name="connsiteX0" fmla="*/ 446142 w 464738"/>
                  <a:gd name="connsiteY0" fmla="*/ 464738 h 464738"/>
                  <a:gd name="connsiteX1" fmla="*/ 130673 w 464738"/>
                  <a:gd name="connsiteY1" fmla="*/ 334066 h 464738"/>
                  <a:gd name="connsiteX2" fmla="*/ 0 w 464738"/>
                  <a:gd name="connsiteY2" fmla="*/ 18596 h 464738"/>
                  <a:gd name="connsiteX3" fmla="*/ 836 w 464738"/>
                  <a:gd name="connsiteY3" fmla="*/ 1089 h 464738"/>
                  <a:gd name="connsiteX4" fmla="*/ 606 w 464738"/>
                  <a:gd name="connsiteY4" fmla="*/ 859 h 464738"/>
                  <a:gd name="connsiteX5" fmla="*/ 848 w 464738"/>
                  <a:gd name="connsiteY5" fmla="*/ 848 h 464738"/>
                  <a:gd name="connsiteX6" fmla="*/ 859 w 464738"/>
                  <a:gd name="connsiteY6" fmla="*/ 606 h 464738"/>
                  <a:gd name="connsiteX7" fmla="*/ 1089 w 464738"/>
                  <a:gd name="connsiteY7" fmla="*/ 836 h 464738"/>
                  <a:gd name="connsiteX8" fmla="*/ 18596 w 464738"/>
                  <a:gd name="connsiteY8" fmla="*/ 0 h 464738"/>
                  <a:gd name="connsiteX9" fmla="*/ 334066 w 464738"/>
                  <a:gd name="connsiteY9" fmla="*/ 130672 h 464738"/>
                  <a:gd name="connsiteX10" fmla="*/ 464738 w 464738"/>
                  <a:gd name="connsiteY10" fmla="*/ 446142 h 464738"/>
                  <a:gd name="connsiteX11" fmla="*/ 463902 w 464738"/>
                  <a:gd name="connsiteY11" fmla="*/ 463650 h 464738"/>
                  <a:gd name="connsiteX12" fmla="*/ 464132 w 464738"/>
                  <a:gd name="connsiteY12" fmla="*/ 463880 h 464738"/>
                  <a:gd name="connsiteX13" fmla="*/ 463891 w 464738"/>
                  <a:gd name="connsiteY13" fmla="*/ 463892 h 464738"/>
                  <a:gd name="connsiteX14" fmla="*/ 463879 w 464738"/>
                  <a:gd name="connsiteY14" fmla="*/ 464132 h 464738"/>
                  <a:gd name="connsiteX15" fmla="*/ 463650 w 464738"/>
                  <a:gd name="connsiteY15" fmla="*/ 463903 h 464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8" h="464738">
                    <a:moveTo>
                      <a:pt x="446142" y="464738"/>
                    </a:moveTo>
                    <a:cubicBezTo>
                      <a:pt x="331965" y="464738"/>
                      <a:pt x="217787" y="421181"/>
                      <a:pt x="130673" y="334066"/>
                    </a:cubicBezTo>
                    <a:cubicBezTo>
                      <a:pt x="43558" y="246952"/>
                      <a:pt x="1" y="132774"/>
                      <a:pt x="0" y="18596"/>
                    </a:cubicBezTo>
                    <a:lnTo>
                      <a:pt x="836" y="1089"/>
                    </a:lnTo>
                    <a:lnTo>
                      <a:pt x="606" y="859"/>
                    </a:lnTo>
                    <a:lnTo>
                      <a:pt x="848" y="848"/>
                    </a:lnTo>
                    <a:lnTo>
                      <a:pt x="859" y="606"/>
                    </a:lnTo>
                    <a:lnTo>
                      <a:pt x="1089" y="836"/>
                    </a:lnTo>
                    <a:lnTo>
                      <a:pt x="18596" y="0"/>
                    </a:lnTo>
                    <a:cubicBezTo>
                      <a:pt x="132774" y="0"/>
                      <a:pt x="246951" y="43557"/>
                      <a:pt x="334066" y="130672"/>
                    </a:cubicBezTo>
                    <a:cubicBezTo>
                      <a:pt x="421181" y="217787"/>
                      <a:pt x="464738" y="331964"/>
                      <a:pt x="464738" y="446142"/>
                    </a:cubicBezTo>
                    <a:lnTo>
                      <a:pt x="463902" y="463650"/>
                    </a:lnTo>
                    <a:lnTo>
                      <a:pt x="464132" y="463880"/>
                    </a:lnTo>
                    <a:lnTo>
                      <a:pt x="463891" y="463892"/>
                    </a:lnTo>
                    <a:lnTo>
                      <a:pt x="463879" y="464132"/>
                    </a:lnTo>
                    <a:lnTo>
                      <a:pt x="463650" y="463903"/>
                    </a:lnTo>
                    <a:close/>
                  </a:path>
                </a:pathLst>
              </a:custGeom>
              <a:solidFill>
                <a:schemeClr val="accent4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60F6BFC2-CA89-42B8-8A5A-E9F26BA87FBB}"/>
                  </a:ext>
                </a:extLst>
              </p:cNvPr>
              <p:cNvSpPr/>
              <p:nvPr/>
            </p:nvSpPr>
            <p:spPr>
              <a:xfrm rot="5400000" flipH="1">
                <a:off x="959170" y="958515"/>
                <a:ext cx="464739" cy="464739"/>
              </a:xfrm>
              <a:custGeom>
                <a:avLst/>
                <a:gdLst>
                  <a:gd name="connsiteX0" fmla="*/ 464132 w 464739"/>
                  <a:gd name="connsiteY0" fmla="*/ 463881 h 464739"/>
                  <a:gd name="connsiteX1" fmla="*/ 463891 w 464739"/>
                  <a:gd name="connsiteY1" fmla="*/ 463892 h 464739"/>
                  <a:gd name="connsiteX2" fmla="*/ 463880 w 464739"/>
                  <a:gd name="connsiteY2" fmla="*/ 464132 h 464739"/>
                  <a:gd name="connsiteX3" fmla="*/ 463651 w 464739"/>
                  <a:gd name="connsiteY3" fmla="*/ 463904 h 464739"/>
                  <a:gd name="connsiteX4" fmla="*/ 446142 w 464739"/>
                  <a:gd name="connsiteY4" fmla="*/ 464739 h 464739"/>
                  <a:gd name="connsiteX5" fmla="*/ 130673 w 464739"/>
                  <a:gd name="connsiteY5" fmla="*/ 334067 h 464739"/>
                  <a:gd name="connsiteX6" fmla="*/ 0 w 464739"/>
                  <a:gd name="connsiteY6" fmla="*/ 18597 h 464739"/>
                  <a:gd name="connsiteX7" fmla="*/ 836 w 464739"/>
                  <a:gd name="connsiteY7" fmla="*/ 1089 h 464739"/>
                  <a:gd name="connsiteX8" fmla="*/ 607 w 464739"/>
                  <a:gd name="connsiteY8" fmla="*/ 859 h 464739"/>
                  <a:gd name="connsiteX9" fmla="*/ 848 w 464739"/>
                  <a:gd name="connsiteY9" fmla="*/ 848 h 464739"/>
                  <a:gd name="connsiteX10" fmla="*/ 859 w 464739"/>
                  <a:gd name="connsiteY10" fmla="*/ 607 h 464739"/>
                  <a:gd name="connsiteX11" fmla="*/ 1089 w 464739"/>
                  <a:gd name="connsiteY11" fmla="*/ 836 h 464739"/>
                  <a:gd name="connsiteX12" fmla="*/ 18597 w 464739"/>
                  <a:gd name="connsiteY12" fmla="*/ 0 h 464739"/>
                  <a:gd name="connsiteX13" fmla="*/ 334067 w 464739"/>
                  <a:gd name="connsiteY13" fmla="*/ 130672 h 464739"/>
                  <a:gd name="connsiteX14" fmla="*/ 464739 w 464739"/>
                  <a:gd name="connsiteY14" fmla="*/ 446142 h 464739"/>
                  <a:gd name="connsiteX15" fmla="*/ 463903 w 464739"/>
                  <a:gd name="connsiteY15" fmla="*/ 463652 h 464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9" h="464739">
                    <a:moveTo>
                      <a:pt x="464132" y="463881"/>
                    </a:moveTo>
                    <a:lnTo>
                      <a:pt x="463891" y="463892"/>
                    </a:lnTo>
                    <a:lnTo>
                      <a:pt x="463880" y="464132"/>
                    </a:lnTo>
                    <a:lnTo>
                      <a:pt x="463651" y="463904"/>
                    </a:lnTo>
                    <a:lnTo>
                      <a:pt x="446142" y="464739"/>
                    </a:lnTo>
                    <a:cubicBezTo>
                      <a:pt x="331965" y="464739"/>
                      <a:pt x="217787" y="421182"/>
                      <a:pt x="130673" y="334067"/>
                    </a:cubicBezTo>
                    <a:cubicBezTo>
                      <a:pt x="43558" y="246953"/>
                      <a:pt x="1" y="132775"/>
                      <a:pt x="0" y="18597"/>
                    </a:cubicBezTo>
                    <a:lnTo>
                      <a:pt x="836" y="1089"/>
                    </a:lnTo>
                    <a:lnTo>
                      <a:pt x="607" y="859"/>
                    </a:lnTo>
                    <a:lnTo>
                      <a:pt x="848" y="848"/>
                    </a:lnTo>
                    <a:lnTo>
                      <a:pt x="859" y="607"/>
                    </a:lnTo>
                    <a:lnTo>
                      <a:pt x="1089" y="836"/>
                    </a:lnTo>
                    <a:lnTo>
                      <a:pt x="18597" y="0"/>
                    </a:lnTo>
                    <a:cubicBezTo>
                      <a:pt x="132775" y="0"/>
                      <a:pt x="246952" y="43557"/>
                      <a:pt x="334067" y="130672"/>
                    </a:cubicBezTo>
                    <a:cubicBezTo>
                      <a:pt x="421182" y="217787"/>
                      <a:pt x="464739" y="331964"/>
                      <a:pt x="464739" y="446142"/>
                    </a:cubicBezTo>
                    <a:lnTo>
                      <a:pt x="463903" y="463652"/>
                    </a:lnTo>
                    <a:close/>
                  </a:path>
                </a:pathLst>
              </a:custGeom>
              <a:solidFill>
                <a:schemeClr val="accent4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1CA36485-DC1D-48C9-91B2-425DBC66D471}"/>
                </a:ext>
              </a:extLst>
            </p:cNvPr>
            <p:cNvGrpSpPr/>
            <p:nvPr/>
          </p:nvGrpSpPr>
          <p:grpSpPr>
            <a:xfrm rot="10800000" flipH="1" flipV="1">
              <a:off x="999771" y="932104"/>
              <a:ext cx="864005" cy="1032464"/>
              <a:chOff x="2207971" y="2384401"/>
              <a:chExt cx="864005" cy="1032464"/>
            </a:xfrm>
          </p:grpSpPr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0ACF276E-196C-4923-B7D1-48A8E6A1669C}"/>
                  </a:ext>
                </a:extLst>
              </p:cNvPr>
              <p:cNvSpPr/>
              <p:nvPr/>
            </p:nvSpPr>
            <p:spPr>
              <a:xfrm rot="13500000">
                <a:off x="2207971" y="2856305"/>
                <a:ext cx="464739" cy="464739"/>
              </a:xfrm>
              <a:custGeom>
                <a:avLst/>
                <a:gdLst>
                  <a:gd name="connsiteX0" fmla="*/ 464132 w 464739"/>
                  <a:gd name="connsiteY0" fmla="*/ 463881 h 464739"/>
                  <a:gd name="connsiteX1" fmla="*/ 463891 w 464739"/>
                  <a:gd name="connsiteY1" fmla="*/ 463892 h 464739"/>
                  <a:gd name="connsiteX2" fmla="*/ 463880 w 464739"/>
                  <a:gd name="connsiteY2" fmla="*/ 464132 h 464739"/>
                  <a:gd name="connsiteX3" fmla="*/ 463651 w 464739"/>
                  <a:gd name="connsiteY3" fmla="*/ 463904 h 464739"/>
                  <a:gd name="connsiteX4" fmla="*/ 446142 w 464739"/>
                  <a:gd name="connsiteY4" fmla="*/ 464739 h 464739"/>
                  <a:gd name="connsiteX5" fmla="*/ 130673 w 464739"/>
                  <a:gd name="connsiteY5" fmla="*/ 334067 h 464739"/>
                  <a:gd name="connsiteX6" fmla="*/ 0 w 464739"/>
                  <a:gd name="connsiteY6" fmla="*/ 18597 h 464739"/>
                  <a:gd name="connsiteX7" fmla="*/ 836 w 464739"/>
                  <a:gd name="connsiteY7" fmla="*/ 1089 h 464739"/>
                  <a:gd name="connsiteX8" fmla="*/ 607 w 464739"/>
                  <a:gd name="connsiteY8" fmla="*/ 859 h 464739"/>
                  <a:gd name="connsiteX9" fmla="*/ 848 w 464739"/>
                  <a:gd name="connsiteY9" fmla="*/ 848 h 464739"/>
                  <a:gd name="connsiteX10" fmla="*/ 859 w 464739"/>
                  <a:gd name="connsiteY10" fmla="*/ 607 h 464739"/>
                  <a:gd name="connsiteX11" fmla="*/ 1089 w 464739"/>
                  <a:gd name="connsiteY11" fmla="*/ 836 h 464739"/>
                  <a:gd name="connsiteX12" fmla="*/ 18597 w 464739"/>
                  <a:gd name="connsiteY12" fmla="*/ 0 h 464739"/>
                  <a:gd name="connsiteX13" fmla="*/ 334067 w 464739"/>
                  <a:gd name="connsiteY13" fmla="*/ 130672 h 464739"/>
                  <a:gd name="connsiteX14" fmla="*/ 464739 w 464739"/>
                  <a:gd name="connsiteY14" fmla="*/ 446142 h 464739"/>
                  <a:gd name="connsiteX15" fmla="*/ 463903 w 464739"/>
                  <a:gd name="connsiteY15" fmla="*/ 463652 h 464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9" h="464739">
                    <a:moveTo>
                      <a:pt x="464132" y="463881"/>
                    </a:moveTo>
                    <a:lnTo>
                      <a:pt x="463891" y="463892"/>
                    </a:lnTo>
                    <a:lnTo>
                      <a:pt x="463880" y="464132"/>
                    </a:lnTo>
                    <a:lnTo>
                      <a:pt x="463651" y="463904"/>
                    </a:lnTo>
                    <a:lnTo>
                      <a:pt x="446142" y="464739"/>
                    </a:lnTo>
                    <a:cubicBezTo>
                      <a:pt x="331965" y="464739"/>
                      <a:pt x="217787" y="421182"/>
                      <a:pt x="130673" y="334067"/>
                    </a:cubicBezTo>
                    <a:cubicBezTo>
                      <a:pt x="43558" y="246953"/>
                      <a:pt x="1" y="132775"/>
                      <a:pt x="0" y="18597"/>
                    </a:cubicBezTo>
                    <a:lnTo>
                      <a:pt x="836" y="1089"/>
                    </a:lnTo>
                    <a:lnTo>
                      <a:pt x="607" y="859"/>
                    </a:lnTo>
                    <a:lnTo>
                      <a:pt x="848" y="848"/>
                    </a:lnTo>
                    <a:lnTo>
                      <a:pt x="859" y="607"/>
                    </a:lnTo>
                    <a:lnTo>
                      <a:pt x="1089" y="836"/>
                    </a:lnTo>
                    <a:lnTo>
                      <a:pt x="18597" y="0"/>
                    </a:lnTo>
                    <a:cubicBezTo>
                      <a:pt x="132775" y="0"/>
                      <a:pt x="246952" y="43557"/>
                      <a:pt x="334067" y="130672"/>
                    </a:cubicBezTo>
                    <a:cubicBezTo>
                      <a:pt x="421182" y="217787"/>
                      <a:pt x="464739" y="331964"/>
                      <a:pt x="464739" y="446142"/>
                    </a:cubicBezTo>
                    <a:lnTo>
                      <a:pt x="463903" y="463652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FFE3686C-DFF6-4995-81B8-FA38F5BB0401}"/>
                  </a:ext>
                </a:extLst>
              </p:cNvPr>
              <p:cNvSpPr/>
              <p:nvPr/>
            </p:nvSpPr>
            <p:spPr>
              <a:xfrm rot="10800000">
                <a:off x="2607238" y="2688467"/>
                <a:ext cx="464738" cy="464738"/>
              </a:xfrm>
              <a:custGeom>
                <a:avLst/>
                <a:gdLst>
                  <a:gd name="connsiteX0" fmla="*/ 446142 w 464738"/>
                  <a:gd name="connsiteY0" fmla="*/ 464738 h 464738"/>
                  <a:gd name="connsiteX1" fmla="*/ 130673 w 464738"/>
                  <a:gd name="connsiteY1" fmla="*/ 334066 h 464738"/>
                  <a:gd name="connsiteX2" fmla="*/ 0 w 464738"/>
                  <a:gd name="connsiteY2" fmla="*/ 18596 h 464738"/>
                  <a:gd name="connsiteX3" fmla="*/ 836 w 464738"/>
                  <a:gd name="connsiteY3" fmla="*/ 1089 h 464738"/>
                  <a:gd name="connsiteX4" fmla="*/ 606 w 464738"/>
                  <a:gd name="connsiteY4" fmla="*/ 859 h 464738"/>
                  <a:gd name="connsiteX5" fmla="*/ 848 w 464738"/>
                  <a:gd name="connsiteY5" fmla="*/ 848 h 464738"/>
                  <a:gd name="connsiteX6" fmla="*/ 859 w 464738"/>
                  <a:gd name="connsiteY6" fmla="*/ 606 h 464738"/>
                  <a:gd name="connsiteX7" fmla="*/ 1089 w 464738"/>
                  <a:gd name="connsiteY7" fmla="*/ 836 h 464738"/>
                  <a:gd name="connsiteX8" fmla="*/ 18596 w 464738"/>
                  <a:gd name="connsiteY8" fmla="*/ 0 h 464738"/>
                  <a:gd name="connsiteX9" fmla="*/ 334066 w 464738"/>
                  <a:gd name="connsiteY9" fmla="*/ 130672 h 464738"/>
                  <a:gd name="connsiteX10" fmla="*/ 464738 w 464738"/>
                  <a:gd name="connsiteY10" fmla="*/ 446142 h 464738"/>
                  <a:gd name="connsiteX11" fmla="*/ 463902 w 464738"/>
                  <a:gd name="connsiteY11" fmla="*/ 463650 h 464738"/>
                  <a:gd name="connsiteX12" fmla="*/ 464132 w 464738"/>
                  <a:gd name="connsiteY12" fmla="*/ 463880 h 464738"/>
                  <a:gd name="connsiteX13" fmla="*/ 463891 w 464738"/>
                  <a:gd name="connsiteY13" fmla="*/ 463892 h 464738"/>
                  <a:gd name="connsiteX14" fmla="*/ 463879 w 464738"/>
                  <a:gd name="connsiteY14" fmla="*/ 464132 h 464738"/>
                  <a:gd name="connsiteX15" fmla="*/ 463650 w 464738"/>
                  <a:gd name="connsiteY15" fmla="*/ 463903 h 464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8" h="464738">
                    <a:moveTo>
                      <a:pt x="446142" y="464738"/>
                    </a:moveTo>
                    <a:cubicBezTo>
                      <a:pt x="331965" y="464738"/>
                      <a:pt x="217787" y="421181"/>
                      <a:pt x="130673" y="334066"/>
                    </a:cubicBezTo>
                    <a:cubicBezTo>
                      <a:pt x="43558" y="246952"/>
                      <a:pt x="1" y="132774"/>
                      <a:pt x="0" y="18596"/>
                    </a:cubicBezTo>
                    <a:lnTo>
                      <a:pt x="836" y="1089"/>
                    </a:lnTo>
                    <a:lnTo>
                      <a:pt x="606" y="859"/>
                    </a:lnTo>
                    <a:lnTo>
                      <a:pt x="848" y="848"/>
                    </a:lnTo>
                    <a:lnTo>
                      <a:pt x="859" y="606"/>
                    </a:lnTo>
                    <a:lnTo>
                      <a:pt x="1089" y="836"/>
                    </a:lnTo>
                    <a:lnTo>
                      <a:pt x="18596" y="0"/>
                    </a:lnTo>
                    <a:cubicBezTo>
                      <a:pt x="132774" y="0"/>
                      <a:pt x="246951" y="43557"/>
                      <a:pt x="334066" y="130672"/>
                    </a:cubicBezTo>
                    <a:cubicBezTo>
                      <a:pt x="421181" y="217787"/>
                      <a:pt x="464738" y="331964"/>
                      <a:pt x="464738" y="446142"/>
                    </a:cubicBezTo>
                    <a:lnTo>
                      <a:pt x="463902" y="463650"/>
                    </a:lnTo>
                    <a:lnTo>
                      <a:pt x="464132" y="463880"/>
                    </a:lnTo>
                    <a:lnTo>
                      <a:pt x="463891" y="463892"/>
                    </a:lnTo>
                    <a:lnTo>
                      <a:pt x="463879" y="464132"/>
                    </a:lnTo>
                    <a:lnTo>
                      <a:pt x="463650" y="463903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9DCBF653-CCB9-47B2-9DD9-68847A45D82D}"/>
                  </a:ext>
                </a:extLst>
              </p:cNvPr>
              <p:cNvGrpSpPr/>
              <p:nvPr/>
            </p:nvGrpSpPr>
            <p:grpSpPr>
              <a:xfrm>
                <a:off x="2440769" y="2384401"/>
                <a:ext cx="313009" cy="1032464"/>
                <a:chOff x="2440769" y="2384401"/>
                <a:chExt cx="313009" cy="1032464"/>
              </a:xfrm>
            </p:grpSpPr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7F081A1F-C7C9-4907-AAED-B4E9B64973F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H="1">
                  <a:off x="2440769" y="2516865"/>
                  <a:ext cx="0" cy="90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34F8F89A-0719-4D9A-8379-9EEBD72010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8100000" flipH="1">
                  <a:off x="2753778" y="2384401"/>
                  <a:ext cx="0" cy="90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7AA5779-FF0F-4ACF-A56C-710A4CDEC8A3}"/>
              </a:ext>
            </a:extLst>
          </p:cNvPr>
          <p:cNvGrpSpPr/>
          <p:nvPr/>
        </p:nvGrpSpPr>
        <p:grpSpPr>
          <a:xfrm>
            <a:off x="1437136" y="649304"/>
            <a:ext cx="388541" cy="388541"/>
            <a:chOff x="5752675" y="5440856"/>
            <a:chExt cx="388541" cy="388541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5F0ADB13-4626-4F84-B513-0B58E65C248E}"/>
                </a:ext>
              </a:extLst>
            </p:cNvPr>
            <p:cNvSpPr/>
            <p:nvPr/>
          </p:nvSpPr>
          <p:spPr>
            <a:xfrm rot="10800000">
              <a:off x="5800801" y="5488982"/>
              <a:ext cx="340415" cy="340415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F46BC46-AD78-4932-95BA-D3009154CA7A}"/>
                </a:ext>
              </a:extLst>
            </p:cNvPr>
            <p:cNvSpPr/>
            <p:nvPr/>
          </p:nvSpPr>
          <p:spPr>
            <a:xfrm>
              <a:off x="5752675" y="5440856"/>
              <a:ext cx="340415" cy="340415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38118F0-6EA8-4901-9161-9101C6DDD97E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26000" y="3429001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308775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D013D-A80D-4455-B886-0C3448294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9D3AB-20B9-4D90-8106-506F443682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5850" y="1790700"/>
            <a:ext cx="4740150" cy="397827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F9DF39-257F-4C10-A7B4-1AA1C66F28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6000" y="1790700"/>
            <a:ext cx="4740150" cy="397827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E57E5E-B324-4633-AB65-4A53498B9F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42A16D-8423-4C91-B839-F95380250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3AD46B-C875-4F91-8991-4A4E5D768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928027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170C3-74D3-4445-A879-4F7CF42ED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1011238"/>
            <a:ext cx="10026650" cy="655637"/>
          </a:xfrm>
        </p:spPr>
        <p:txBody>
          <a:bodyPr>
            <a:normAutofit/>
          </a:bodyPr>
          <a:lstStyle>
            <a:lvl1pPr algn="l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64494-3C1C-49FE-ADB2-6F41CEEA82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9500" y="1854200"/>
            <a:ext cx="4741200" cy="553998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EE19A6-8340-43A4-9B30-A27DEB9E2B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79500" y="2525561"/>
            <a:ext cx="4741200" cy="324341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9D4B31-0090-483A-BF84-CEA2B22D51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64950" y="1854200"/>
            <a:ext cx="4741200" cy="553998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8DB9E9-0BD8-4F85-9342-5C5BA0D35C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64950" y="2525560"/>
            <a:ext cx="4741200" cy="324341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AE3D3E-6168-45C3-BAB4-04FFFB9835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8F8D02-7CCF-4321-847A-CD553E52A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966368-2A9A-4617-A2A9-E4E9ACD06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18732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0855A-C7D7-455F-BD47-AB4221DD0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1079500"/>
            <a:ext cx="10026650" cy="4689475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29F6FD-C2F8-4688-B52A-ED76F48B8B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358F0F-237C-4F8E-A5A7-48269F700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C3629E-70C3-44A4-A268-2194CD424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726884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0232D4-EC56-49D3-B967-D972B5E5E2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2C3171-136A-405F-B1CF-C0DAFAA21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523E7E-BA29-40D2-BE24-10E7F7050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012619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607EF-706F-47DD-B487-7C3E4EDE1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1607" y="1011238"/>
            <a:ext cx="3906000" cy="1292400"/>
          </a:xfrm>
        </p:spPr>
        <p:txBody>
          <a:bodyPr anchor="t" anchorCtr="0">
            <a:normAutofit/>
          </a:bodyPr>
          <a:lstStyle>
            <a:lvl1pPr>
              <a:defRPr sz="2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298442-7D9F-4D62-866B-FBA382F06C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7200" y="955230"/>
            <a:ext cx="5583193" cy="4813745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4800"/>
            </a:lvl1pPr>
            <a:lvl2pPr marL="0">
              <a:lnSpc>
                <a:spcPct val="100000"/>
              </a:lnSpc>
              <a:defRPr sz="4800"/>
            </a:lvl2pPr>
            <a:lvl3pPr marL="0" indent="0">
              <a:buNone/>
              <a:defRPr sz="2000"/>
            </a:lvl3pPr>
            <a:lvl4pPr marL="0">
              <a:defRPr sz="2000"/>
            </a:lvl4pPr>
            <a:lvl5pPr marL="360000"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7D1DB7-AC43-460E-B3C5-9F8B37D1B5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79499" y="2664000"/>
            <a:ext cx="3905999" cy="31068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0C5DE9-6995-4F6E-AF64-6CE9A67797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BC655-2B4D-48CA-90B9-740400332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14A7E0-1D83-4CE0-9FFE-3EEE2B3C2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34128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F7F85-950A-4BED-AE31-5C85DE4FA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1" y="1011238"/>
            <a:ext cx="3905250" cy="1292662"/>
          </a:xfrm>
        </p:spPr>
        <p:txBody>
          <a:bodyPr anchor="t" anchorCtr="0">
            <a:normAutofit/>
          </a:bodyPr>
          <a:lstStyle>
            <a:lvl1pPr>
              <a:defRPr sz="2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13A008-3741-4305-8A06-C0D8404A32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37200" y="531813"/>
            <a:ext cx="6113812" cy="578484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2ADC63-3365-4920-AF26-600F4D2EA5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79500" y="2663825"/>
            <a:ext cx="3905250" cy="310515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C161BE-EF8B-4F4D-8197-61442EBC46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D37897-BFE5-414E-9334-53116988D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5BF024-9A20-4B80-976D-420DCCD16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393181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B794F-0C7D-47A6-A355-9B54F3A08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18BEFC-5F95-43C3-A662-CF24426CB3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79500" y="1790700"/>
            <a:ext cx="10026650" cy="397827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020A41-C226-41AB-8766-C9BF3E9BF9D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7795E9-017B-4505-810D-A5F553A56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6A1BD-3429-4C11-B230-8AD083EC3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357117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A11CA2-18BF-408B-A40C-B43A0A7B80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899079" y="1079500"/>
            <a:ext cx="1292662" cy="4689476"/>
          </a:xfrm>
        </p:spPr>
        <p:txBody>
          <a:bodyPr vert="eaVer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E424B6-12FC-41A1-AF7C-7E3931D972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79499" y="1079500"/>
            <a:ext cx="8495943" cy="4689476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CF957-F921-48CF-97FE-91190C1AE9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53F49D-6E0C-47F7-BAAD-A427913DC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38A122-F390-46CF-BECF-3AE05CA58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713770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9798E-90C4-48E6-B39B-37FF65347AB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97100" y="1079500"/>
            <a:ext cx="7797799" cy="2543594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8224D70-2CA9-3DC4-F002-EC470A48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728046" y="4869342"/>
            <a:ext cx="1623711" cy="630920"/>
            <a:chOff x="9588346" y="4824892"/>
            <a:chExt cx="1623711" cy="630920"/>
          </a:xfrm>
        </p:grpSpPr>
        <p:sp>
          <p:nvSpPr>
            <p:cNvPr id="8" name="Freeform: Shape 15">
              <a:extLst>
                <a:ext uri="{FF2B5EF4-FFF2-40B4-BE49-F238E27FC236}">
                  <a16:creationId xmlns:a16="http://schemas.microsoft.com/office/drawing/2014/main" id="{C0B1F33F-4201-2B4E-E8EC-1D07263083EB}"/>
                </a:ext>
              </a:extLst>
            </p:cNvPr>
            <p:cNvSpPr/>
            <p:nvPr/>
          </p:nvSpPr>
          <p:spPr>
            <a:xfrm rot="2700000" flipH="1">
              <a:off x="10267789" y="4452443"/>
              <a:ext cx="571820" cy="1316717"/>
            </a:xfrm>
            <a:custGeom>
              <a:avLst/>
              <a:gdLst>
                <a:gd name="connsiteX0" fmla="*/ 282417 w 571820"/>
                <a:gd name="connsiteY0" fmla="*/ 0 h 1316717"/>
                <a:gd name="connsiteX1" fmla="*/ 285910 w 571820"/>
                <a:gd name="connsiteY1" fmla="*/ 3175 h 1316717"/>
                <a:gd name="connsiteX2" fmla="*/ 287393 w 571820"/>
                <a:gd name="connsiteY2" fmla="*/ 1827 h 1316717"/>
                <a:gd name="connsiteX3" fmla="*/ 289403 w 571820"/>
                <a:gd name="connsiteY3" fmla="*/ 0 h 1316717"/>
                <a:gd name="connsiteX4" fmla="*/ 289403 w 571820"/>
                <a:gd name="connsiteY4" fmla="*/ 6349 h 1316717"/>
                <a:gd name="connsiteX5" fmla="*/ 309203 w 571820"/>
                <a:gd name="connsiteY5" fmla="*/ 24345 h 1316717"/>
                <a:gd name="connsiteX6" fmla="*/ 571820 w 571820"/>
                <a:gd name="connsiteY6" fmla="*/ 658359 h 1316717"/>
                <a:gd name="connsiteX7" fmla="*/ 309203 w 571820"/>
                <a:gd name="connsiteY7" fmla="*/ 1292372 h 1316717"/>
                <a:gd name="connsiteX8" fmla="*/ 289403 w 571820"/>
                <a:gd name="connsiteY8" fmla="*/ 1310368 h 1316717"/>
                <a:gd name="connsiteX9" fmla="*/ 289403 w 571820"/>
                <a:gd name="connsiteY9" fmla="*/ 1316717 h 1316717"/>
                <a:gd name="connsiteX10" fmla="*/ 287393 w 571820"/>
                <a:gd name="connsiteY10" fmla="*/ 1314890 h 1316717"/>
                <a:gd name="connsiteX11" fmla="*/ 285910 w 571820"/>
                <a:gd name="connsiteY11" fmla="*/ 1313542 h 1316717"/>
                <a:gd name="connsiteX12" fmla="*/ 282417 w 571820"/>
                <a:gd name="connsiteY12" fmla="*/ 1316717 h 1316717"/>
                <a:gd name="connsiteX13" fmla="*/ 282417 w 571820"/>
                <a:gd name="connsiteY13" fmla="*/ 1310367 h 1316717"/>
                <a:gd name="connsiteX14" fmla="*/ 262617 w 571820"/>
                <a:gd name="connsiteY14" fmla="*/ 1292372 h 1316717"/>
                <a:gd name="connsiteX15" fmla="*/ 0 w 571820"/>
                <a:gd name="connsiteY15" fmla="*/ 658358 h 1316717"/>
                <a:gd name="connsiteX16" fmla="*/ 262617 w 571820"/>
                <a:gd name="connsiteY16" fmla="*/ 24345 h 1316717"/>
                <a:gd name="connsiteX17" fmla="*/ 282417 w 571820"/>
                <a:gd name="connsiteY17" fmla="*/ 6349 h 1316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71820" h="1316717">
                  <a:moveTo>
                    <a:pt x="282417" y="0"/>
                  </a:moveTo>
                  <a:lnTo>
                    <a:pt x="285910" y="3175"/>
                  </a:lnTo>
                  <a:lnTo>
                    <a:pt x="287393" y="1827"/>
                  </a:lnTo>
                  <a:lnTo>
                    <a:pt x="289403" y="0"/>
                  </a:lnTo>
                  <a:lnTo>
                    <a:pt x="289403" y="6349"/>
                  </a:lnTo>
                  <a:lnTo>
                    <a:pt x="309203" y="24345"/>
                  </a:lnTo>
                  <a:cubicBezTo>
                    <a:pt x="471461" y="186603"/>
                    <a:pt x="571820" y="410761"/>
                    <a:pt x="571820" y="658359"/>
                  </a:cubicBezTo>
                  <a:cubicBezTo>
                    <a:pt x="571820" y="905956"/>
                    <a:pt x="471461" y="1130114"/>
                    <a:pt x="309203" y="1292372"/>
                  </a:cubicBezTo>
                  <a:lnTo>
                    <a:pt x="289403" y="1310368"/>
                  </a:lnTo>
                  <a:lnTo>
                    <a:pt x="289403" y="1316717"/>
                  </a:lnTo>
                  <a:lnTo>
                    <a:pt x="287393" y="1314890"/>
                  </a:lnTo>
                  <a:lnTo>
                    <a:pt x="285910" y="1313542"/>
                  </a:lnTo>
                  <a:lnTo>
                    <a:pt x="282417" y="1316717"/>
                  </a:lnTo>
                  <a:lnTo>
                    <a:pt x="282417" y="1310367"/>
                  </a:lnTo>
                  <a:lnTo>
                    <a:pt x="262617" y="1292372"/>
                  </a:lnTo>
                  <a:cubicBezTo>
                    <a:pt x="100359" y="1130113"/>
                    <a:pt x="0" y="905956"/>
                    <a:pt x="0" y="658358"/>
                  </a:cubicBezTo>
                  <a:cubicBezTo>
                    <a:pt x="0" y="410761"/>
                    <a:pt x="100359" y="186603"/>
                    <a:pt x="262617" y="24345"/>
                  </a:cubicBezTo>
                  <a:lnTo>
                    <a:pt x="282417" y="6349"/>
                  </a:lnTo>
                  <a:close/>
                </a:path>
              </a:pathLst>
            </a:custGeom>
            <a:solidFill>
              <a:schemeClr val="accent4">
                <a:alpha val="4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2ED5B178-0506-30BE-93BB-73C02006B988}"/>
                </a:ext>
              </a:extLst>
            </p:cNvPr>
            <p:cNvGrpSpPr/>
            <p:nvPr/>
          </p:nvGrpSpPr>
          <p:grpSpPr>
            <a:xfrm rot="2700000" flipH="1">
              <a:off x="10112436" y="4359902"/>
              <a:ext cx="571820" cy="1620000"/>
              <a:chOff x="8482785" y="4330454"/>
              <a:chExt cx="571820" cy="1620000"/>
            </a:xfrm>
          </p:grpSpPr>
          <p:sp>
            <p:nvSpPr>
              <p:cNvPr id="10" name="Freeform: Shape 17">
                <a:extLst>
                  <a:ext uri="{FF2B5EF4-FFF2-40B4-BE49-F238E27FC236}">
                    <a16:creationId xmlns:a16="http://schemas.microsoft.com/office/drawing/2014/main" id="{B3F854F0-E9B7-2C32-CA3C-FA9719440768}"/>
                  </a:ext>
                </a:extLst>
              </p:cNvPr>
              <p:cNvSpPr/>
              <p:nvPr/>
            </p:nvSpPr>
            <p:spPr>
              <a:xfrm>
                <a:off x="8482785" y="4333632"/>
                <a:ext cx="571820" cy="1311956"/>
              </a:xfrm>
              <a:custGeom>
                <a:avLst/>
                <a:gdLst>
                  <a:gd name="connsiteX0" fmla="*/ 282417 w 571820"/>
                  <a:gd name="connsiteY0" fmla="*/ 0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82417 w 571820"/>
                  <a:gd name="connsiteY0" fmla="*/ 6349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309203 w 571820"/>
                  <a:gd name="connsiteY4" fmla="*/ 24345 h 1316717"/>
                  <a:gd name="connsiteX5" fmla="*/ 571820 w 571820"/>
                  <a:gd name="connsiteY5" fmla="*/ 658359 h 1316717"/>
                  <a:gd name="connsiteX6" fmla="*/ 309203 w 571820"/>
                  <a:gd name="connsiteY6" fmla="*/ 1292372 h 1316717"/>
                  <a:gd name="connsiteX7" fmla="*/ 289403 w 571820"/>
                  <a:gd name="connsiteY7" fmla="*/ 1310368 h 1316717"/>
                  <a:gd name="connsiteX8" fmla="*/ 289403 w 571820"/>
                  <a:gd name="connsiteY8" fmla="*/ 1316717 h 1316717"/>
                  <a:gd name="connsiteX9" fmla="*/ 287393 w 571820"/>
                  <a:gd name="connsiteY9" fmla="*/ 1314890 h 1316717"/>
                  <a:gd name="connsiteX10" fmla="*/ 285910 w 571820"/>
                  <a:gd name="connsiteY10" fmla="*/ 1313542 h 1316717"/>
                  <a:gd name="connsiteX11" fmla="*/ 282417 w 571820"/>
                  <a:gd name="connsiteY11" fmla="*/ 1316717 h 1316717"/>
                  <a:gd name="connsiteX12" fmla="*/ 282417 w 571820"/>
                  <a:gd name="connsiteY12" fmla="*/ 1310367 h 1316717"/>
                  <a:gd name="connsiteX13" fmla="*/ 262617 w 571820"/>
                  <a:gd name="connsiteY13" fmla="*/ 1292372 h 1316717"/>
                  <a:gd name="connsiteX14" fmla="*/ 0 w 571820"/>
                  <a:gd name="connsiteY14" fmla="*/ 658358 h 1316717"/>
                  <a:gd name="connsiteX15" fmla="*/ 262617 w 571820"/>
                  <a:gd name="connsiteY15" fmla="*/ 24345 h 1316717"/>
                  <a:gd name="connsiteX0" fmla="*/ 262617 w 571820"/>
                  <a:gd name="connsiteY0" fmla="*/ 22518 h 1314890"/>
                  <a:gd name="connsiteX1" fmla="*/ 285910 w 571820"/>
                  <a:gd name="connsiteY1" fmla="*/ 1348 h 1314890"/>
                  <a:gd name="connsiteX2" fmla="*/ 287393 w 571820"/>
                  <a:gd name="connsiteY2" fmla="*/ 0 h 1314890"/>
                  <a:gd name="connsiteX3" fmla="*/ 309203 w 571820"/>
                  <a:gd name="connsiteY3" fmla="*/ 22518 h 1314890"/>
                  <a:gd name="connsiteX4" fmla="*/ 571820 w 571820"/>
                  <a:gd name="connsiteY4" fmla="*/ 656532 h 1314890"/>
                  <a:gd name="connsiteX5" fmla="*/ 309203 w 571820"/>
                  <a:gd name="connsiteY5" fmla="*/ 1290545 h 1314890"/>
                  <a:gd name="connsiteX6" fmla="*/ 289403 w 571820"/>
                  <a:gd name="connsiteY6" fmla="*/ 1308541 h 1314890"/>
                  <a:gd name="connsiteX7" fmla="*/ 289403 w 571820"/>
                  <a:gd name="connsiteY7" fmla="*/ 1314890 h 1314890"/>
                  <a:gd name="connsiteX8" fmla="*/ 287393 w 571820"/>
                  <a:gd name="connsiteY8" fmla="*/ 1313063 h 1314890"/>
                  <a:gd name="connsiteX9" fmla="*/ 285910 w 571820"/>
                  <a:gd name="connsiteY9" fmla="*/ 1311715 h 1314890"/>
                  <a:gd name="connsiteX10" fmla="*/ 282417 w 571820"/>
                  <a:gd name="connsiteY10" fmla="*/ 1314890 h 1314890"/>
                  <a:gd name="connsiteX11" fmla="*/ 282417 w 571820"/>
                  <a:gd name="connsiteY11" fmla="*/ 1308540 h 1314890"/>
                  <a:gd name="connsiteX12" fmla="*/ 262617 w 571820"/>
                  <a:gd name="connsiteY12" fmla="*/ 1290545 h 1314890"/>
                  <a:gd name="connsiteX13" fmla="*/ 0 w 571820"/>
                  <a:gd name="connsiteY13" fmla="*/ 656531 h 1314890"/>
                  <a:gd name="connsiteX14" fmla="*/ 262617 w 571820"/>
                  <a:gd name="connsiteY14" fmla="*/ 22518 h 1314890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82417 w 571820"/>
                  <a:gd name="connsiteY10" fmla="*/ 1307192 h 1313542"/>
                  <a:gd name="connsiteX11" fmla="*/ 262617 w 571820"/>
                  <a:gd name="connsiteY11" fmla="*/ 1289197 h 1313542"/>
                  <a:gd name="connsiteX12" fmla="*/ 0 w 571820"/>
                  <a:gd name="connsiteY12" fmla="*/ 655183 h 1313542"/>
                  <a:gd name="connsiteX13" fmla="*/ 262617 w 571820"/>
                  <a:gd name="connsiteY13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62617 w 571820"/>
                  <a:gd name="connsiteY10" fmla="*/ 1289197 h 1313542"/>
                  <a:gd name="connsiteX11" fmla="*/ 0 w 571820"/>
                  <a:gd name="connsiteY11" fmla="*/ 655183 h 1313542"/>
                  <a:gd name="connsiteX12" fmla="*/ 262617 w 571820"/>
                  <a:gd name="connsiteY12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62617 w 571820"/>
                  <a:gd name="connsiteY9" fmla="*/ 1289197 h 1313542"/>
                  <a:gd name="connsiteX10" fmla="*/ 0 w 571820"/>
                  <a:gd name="connsiteY10" fmla="*/ 655183 h 1313542"/>
                  <a:gd name="connsiteX11" fmla="*/ 262617 w 571820"/>
                  <a:gd name="connsiteY11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62617 w 571820"/>
                  <a:gd name="connsiteY8" fmla="*/ 1289197 h 1313542"/>
                  <a:gd name="connsiteX9" fmla="*/ 0 w 571820"/>
                  <a:gd name="connsiteY9" fmla="*/ 655183 h 1313542"/>
                  <a:gd name="connsiteX10" fmla="*/ 262617 w 571820"/>
                  <a:gd name="connsiteY10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62617 w 571820"/>
                  <a:gd name="connsiteY7" fmla="*/ 1289197 h 1313542"/>
                  <a:gd name="connsiteX8" fmla="*/ 0 w 571820"/>
                  <a:gd name="connsiteY8" fmla="*/ 655183 h 1313542"/>
                  <a:gd name="connsiteX9" fmla="*/ 262617 w 571820"/>
                  <a:gd name="connsiteY9" fmla="*/ 21170 h 1313542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9403 w 571820"/>
                  <a:gd name="connsiteY5" fmla="*/ 1307193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5832 w 571820"/>
                  <a:gd name="connsiteY5" fmla="*/ 1311956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11956"/>
                  <a:gd name="connsiteX1" fmla="*/ 285910 w 571820"/>
                  <a:gd name="connsiteY1" fmla="*/ 0 h 1311956"/>
                  <a:gd name="connsiteX2" fmla="*/ 309203 w 571820"/>
                  <a:gd name="connsiteY2" fmla="*/ 21170 h 1311956"/>
                  <a:gd name="connsiteX3" fmla="*/ 571820 w 571820"/>
                  <a:gd name="connsiteY3" fmla="*/ 655184 h 1311956"/>
                  <a:gd name="connsiteX4" fmla="*/ 309203 w 571820"/>
                  <a:gd name="connsiteY4" fmla="*/ 1289197 h 1311956"/>
                  <a:gd name="connsiteX5" fmla="*/ 285832 w 571820"/>
                  <a:gd name="connsiteY5" fmla="*/ 1311956 h 1311956"/>
                  <a:gd name="connsiteX6" fmla="*/ 262617 w 571820"/>
                  <a:gd name="connsiteY6" fmla="*/ 1289197 h 1311956"/>
                  <a:gd name="connsiteX7" fmla="*/ 0 w 571820"/>
                  <a:gd name="connsiteY7" fmla="*/ 655183 h 1311956"/>
                  <a:gd name="connsiteX8" fmla="*/ 262617 w 571820"/>
                  <a:gd name="connsiteY8" fmla="*/ 21170 h 1311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71820" h="1311956">
                    <a:moveTo>
                      <a:pt x="262617" y="21170"/>
                    </a:moveTo>
                    <a:lnTo>
                      <a:pt x="285910" y="0"/>
                    </a:lnTo>
                    <a:lnTo>
                      <a:pt x="309203" y="21170"/>
                    </a:lnTo>
                    <a:cubicBezTo>
                      <a:pt x="471461" y="183428"/>
                      <a:pt x="571820" y="407586"/>
                      <a:pt x="571820" y="655184"/>
                    </a:cubicBezTo>
                    <a:cubicBezTo>
                      <a:pt x="571820" y="902781"/>
                      <a:pt x="471461" y="1126939"/>
                      <a:pt x="309203" y="1289197"/>
                    </a:cubicBezTo>
                    <a:lnTo>
                      <a:pt x="285832" y="1311956"/>
                    </a:lnTo>
                    <a:lnTo>
                      <a:pt x="262617" y="1289197"/>
                    </a:lnTo>
                    <a:cubicBezTo>
                      <a:pt x="100359" y="1126938"/>
                      <a:pt x="0" y="902781"/>
                      <a:pt x="0" y="655183"/>
                    </a:cubicBezTo>
                    <a:cubicBezTo>
                      <a:pt x="0" y="407586"/>
                      <a:pt x="100359" y="183428"/>
                      <a:pt x="262617" y="21170"/>
                    </a:cubicBez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E8224CDA-DD93-0DF6-7DD9-8328D16060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68695" y="4330454"/>
                <a:ext cx="0" cy="1620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3FA5F65-B2C5-BB65-83E3-F195EEE49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26000" y="4099086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87257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50C1D561-971B-43DB-A5A7-63A887A0CA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5150" y="548640"/>
            <a:ext cx="5486400" cy="1371600"/>
          </a:xfrm>
        </p:spPr>
        <p:txBody>
          <a:bodyPr anchor="b" anchorCtr="0">
            <a:noAutofit/>
          </a:bodyPr>
          <a:lstStyle>
            <a:lvl1pPr algn="ctr">
              <a:defRPr/>
            </a:lvl1pPr>
          </a:lstStyle>
          <a:p>
            <a:pPr algn="ctr"/>
            <a:r>
              <a:rPr lang="en-US" dirty="0"/>
              <a:t>Click to add title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CACFD68-412E-48B4-B9EB-FEDC20A81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023391" y="2310207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F0731E0-58E0-4382-ADA7-A9C6DE2E7E3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5149" y="2759076"/>
            <a:ext cx="5486399" cy="300989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1000"/>
              </a:spcBef>
              <a:defRPr sz="1800"/>
            </a:lvl1pPr>
            <a:lvl2pPr>
              <a:lnSpc>
                <a:spcPct val="100000"/>
              </a:lnSpc>
              <a:spcBef>
                <a:spcPts val="1000"/>
              </a:spcBef>
              <a:defRPr sz="1800"/>
            </a:lvl2pPr>
            <a:lvl3pPr>
              <a:lnSpc>
                <a:spcPct val="100000"/>
              </a:lnSpc>
              <a:spcBef>
                <a:spcPts val="1000"/>
              </a:spcBef>
              <a:defRPr sz="1600"/>
            </a:lvl3pPr>
            <a:lvl4pPr>
              <a:lnSpc>
                <a:spcPct val="100000"/>
              </a:lnSpc>
              <a:spcBef>
                <a:spcPts val="1000"/>
              </a:spcBef>
              <a:defRPr sz="1800"/>
            </a:lvl4pPr>
            <a:lvl5pPr>
              <a:lnSpc>
                <a:spcPct val="100000"/>
              </a:lnSpc>
              <a:spcBef>
                <a:spcPts val="1000"/>
              </a:spcBef>
              <a:defRPr sz="1800"/>
            </a:lvl5pPr>
            <a:lvl6pPr>
              <a:lnSpc>
                <a:spcPct val="100000"/>
              </a:lnSpc>
              <a:spcBef>
                <a:spcPts val="1000"/>
              </a:spcBef>
              <a:buClr>
                <a:schemeClr val="accent5"/>
              </a:buClr>
              <a:defRPr sz="1600"/>
            </a:lvl6pPr>
            <a:lvl7pPr>
              <a:buClr>
                <a:schemeClr val="accent5"/>
              </a:buClr>
              <a:defRPr/>
            </a:lvl7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endParaRPr lang="en-US" dirty="0"/>
          </a:p>
          <a:p>
            <a:pPr lvl="2"/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23D67752-1F0B-4C84-BBA7-A57E2793D91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prstClr val="white">
                    <a:alpha val="70000"/>
                  </a:prstClr>
                </a:solidFill>
              </a:rPr>
              <a:t>20XX</a:t>
            </a:r>
            <a:endParaRPr lang="en-US" dirty="0">
              <a:solidFill>
                <a:prstClr val="white">
                  <a:alpha val="70000"/>
                </a:prstClr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4033A0-8E66-4ABA-9E27-744642AA94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654794" y="0"/>
            <a:ext cx="5537206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alpha val="2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E8E05746-2784-43CF-84F7-0175BD650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all" spc="30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BB851CC3-3ED8-49E8-B8AC-6D79B036F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9607A7-8386-47DB-8578-DDEDD194E5D4}" type="slidenum">
              <a:rPr kumimoji="0" lang="en-US" sz="1000" b="0" i="0" u="none" strike="noStrike" kern="1200" cap="all" spc="300" normalizeH="0" baseline="0" noProof="0" smtClean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‹N°›</a:t>
            </a:fld>
            <a:endParaRPr kumimoji="0" lang="en-US" sz="1000" b="0" i="0" u="none" strike="noStrike" kern="1200" cap="all" spc="30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6F0BC49-315A-CF7A-E741-A8688AF53E66}"/>
              </a:ext>
            </a:extLst>
          </p:cNvPr>
          <p:cNvGrpSpPr/>
          <p:nvPr userDrawn="1"/>
        </p:nvGrpSpPr>
        <p:grpSpPr>
          <a:xfrm>
            <a:off x="9728046" y="831278"/>
            <a:ext cx="1623711" cy="630920"/>
            <a:chOff x="9588346" y="4824892"/>
            <a:chExt cx="1623711" cy="630920"/>
          </a:xfrm>
        </p:grpSpPr>
        <p:sp>
          <p:nvSpPr>
            <p:cNvPr id="3" name="Freeform: Shape 15">
              <a:extLst>
                <a:ext uri="{FF2B5EF4-FFF2-40B4-BE49-F238E27FC236}">
                  <a16:creationId xmlns:a16="http://schemas.microsoft.com/office/drawing/2014/main" id="{3FCB73E1-B061-C75F-AB29-C27CA95E57A9}"/>
                </a:ext>
              </a:extLst>
            </p:cNvPr>
            <p:cNvSpPr/>
            <p:nvPr/>
          </p:nvSpPr>
          <p:spPr>
            <a:xfrm rot="2700000" flipH="1">
              <a:off x="10267789" y="4452443"/>
              <a:ext cx="571820" cy="1316717"/>
            </a:xfrm>
            <a:custGeom>
              <a:avLst/>
              <a:gdLst>
                <a:gd name="connsiteX0" fmla="*/ 282417 w 571820"/>
                <a:gd name="connsiteY0" fmla="*/ 0 h 1316717"/>
                <a:gd name="connsiteX1" fmla="*/ 285910 w 571820"/>
                <a:gd name="connsiteY1" fmla="*/ 3175 h 1316717"/>
                <a:gd name="connsiteX2" fmla="*/ 287393 w 571820"/>
                <a:gd name="connsiteY2" fmla="*/ 1827 h 1316717"/>
                <a:gd name="connsiteX3" fmla="*/ 289403 w 571820"/>
                <a:gd name="connsiteY3" fmla="*/ 0 h 1316717"/>
                <a:gd name="connsiteX4" fmla="*/ 289403 w 571820"/>
                <a:gd name="connsiteY4" fmla="*/ 6349 h 1316717"/>
                <a:gd name="connsiteX5" fmla="*/ 309203 w 571820"/>
                <a:gd name="connsiteY5" fmla="*/ 24345 h 1316717"/>
                <a:gd name="connsiteX6" fmla="*/ 571820 w 571820"/>
                <a:gd name="connsiteY6" fmla="*/ 658359 h 1316717"/>
                <a:gd name="connsiteX7" fmla="*/ 309203 w 571820"/>
                <a:gd name="connsiteY7" fmla="*/ 1292372 h 1316717"/>
                <a:gd name="connsiteX8" fmla="*/ 289403 w 571820"/>
                <a:gd name="connsiteY8" fmla="*/ 1310368 h 1316717"/>
                <a:gd name="connsiteX9" fmla="*/ 289403 w 571820"/>
                <a:gd name="connsiteY9" fmla="*/ 1316717 h 1316717"/>
                <a:gd name="connsiteX10" fmla="*/ 287393 w 571820"/>
                <a:gd name="connsiteY10" fmla="*/ 1314890 h 1316717"/>
                <a:gd name="connsiteX11" fmla="*/ 285910 w 571820"/>
                <a:gd name="connsiteY11" fmla="*/ 1313542 h 1316717"/>
                <a:gd name="connsiteX12" fmla="*/ 282417 w 571820"/>
                <a:gd name="connsiteY12" fmla="*/ 1316717 h 1316717"/>
                <a:gd name="connsiteX13" fmla="*/ 282417 w 571820"/>
                <a:gd name="connsiteY13" fmla="*/ 1310367 h 1316717"/>
                <a:gd name="connsiteX14" fmla="*/ 262617 w 571820"/>
                <a:gd name="connsiteY14" fmla="*/ 1292372 h 1316717"/>
                <a:gd name="connsiteX15" fmla="*/ 0 w 571820"/>
                <a:gd name="connsiteY15" fmla="*/ 658358 h 1316717"/>
                <a:gd name="connsiteX16" fmla="*/ 262617 w 571820"/>
                <a:gd name="connsiteY16" fmla="*/ 24345 h 1316717"/>
                <a:gd name="connsiteX17" fmla="*/ 282417 w 571820"/>
                <a:gd name="connsiteY17" fmla="*/ 6349 h 1316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71820" h="1316717">
                  <a:moveTo>
                    <a:pt x="282417" y="0"/>
                  </a:moveTo>
                  <a:lnTo>
                    <a:pt x="285910" y="3175"/>
                  </a:lnTo>
                  <a:lnTo>
                    <a:pt x="287393" y="1827"/>
                  </a:lnTo>
                  <a:lnTo>
                    <a:pt x="289403" y="0"/>
                  </a:lnTo>
                  <a:lnTo>
                    <a:pt x="289403" y="6349"/>
                  </a:lnTo>
                  <a:lnTo>
                    <a:pt x="309203" y="24345"/>
                  </a:lnTo>
                  <a:cubicBezTo>
                    <a:pt x="471461" y="186603"/>
                    <a:pt x="571820" y="410761"/>
                    <a:pt x="571820" y="658359"/>
                  </a:cubicBezTo>
                  <a:cubicBezTo>
                    <a:pt x="571820" y="905956"/>
                    <a:pt x="471461" y="1130114"/>
                    <a:pt x="309203" y="1292372"/>
                  </a:cubicBezTo>
                  <a:lnTo>
                    <a:pt x="289403" y="1310368"/>
                  </a:lnTo>
                  <a:lnTo>
                    <a:pt x="289403" y="1316717"/>
                  </a:lnTo>
                  <a:lnTo>
                    <a:pt x="287393" y="1314890"/>
                  </a:lnTo>
                  <a:lnTo>
                    <a:pt x="285910" y="1313542"/>
                  </a:lnTo>
                  <a:lnTo>
                    <a:pt x="282417" y="1316717"/>
                  </a:lnTo>
                  <a:lnTo>
                    <a:pt x="282417" y="1310367"/>
                  </a:lnTo>
                  <a:lnTo>
                    <a:pt x="262617" y="1292372"/>
                  </a:lnTo>
                  <a:cubicBezTo>
                    <a:pt x="100359" y="1130113"/>
                    <a:pt x="0" y="905956"/>
                    <a:pt x="0" y="658358"/>
                  </a:cubicBezTo>
                  <a:cubicBezTo>
                    <a:pt x="0" y="410761"/>
                    <a:pt x="100359" y="186603"/>
                    <a:pt x="262617" y="24345"/>
                  </a:cubicBezTo>
                  <a:lnTo>
                    <a:pt x="282417" y="6349"/>
                  </a:lnTo>
                  <a:close/>
                </a:path>
              </a:pathLst>
            </a:custGeom>
            <a:solidFill>
              <a:schemeClr val="accent4">
                <a:alpha val="4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94A16F89-984C-DEA8-C894-E819A7646610}"/>
                </a:ext>
              </a:extLst>
            </p:cNvPr>
            <p:cNvGrpSpPr/>
            <p:nvPr/>
          </p:nvGrpSpPr>
          <p:grpSpPr>
            <a:xfrm rot="2700000" flipH="1">
              <a:off x="10112436" y="4359902"/>
              <a:ext cx="571820" cy="1620000"/>
              <a:chOff x="8482785" y="4330454"/>
              <a:chExt cx="571820" cy="1620000"/>
            </a:xfrm>
          </p:grpSpPr>
          <p:sp>
            <p:nvSpPr>
              <p:cNvPr id="5" name="Freeform: Shape 17">
                <a:extLst>
                  <a:ext uri="{FF2B5EF4-FFF2-40B4-BE49-F238E27FC236}">
                    <a16:creationId xmlns:a16="http://schemas.microsoft.com/office/drawing/2014/main" id="{0971E16B-8BBF-40B5-5862-FAAADBF530A0}"/>
                  </a:ext>
                </a:extLst>
              </p:cNvPr>
              <p:cNvSpPr/>
              <p:nvPr/>
            </p:nvSpPr>
            <p:spPr>
              <a:xfrm>
                <a:off x="8482785" y="4333632"/>
                <a:ext cx="571820" cy="1311956"/>
              </a:xfrm>
              <a:custGeom>
                <a:avLst/>
                <a:gdLst>
                  <a:gd name="connsiteX0" fmla="*/ 282417 w 571820"/>
                  <a:gd name="connsiteY0" fmla="*/ 0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82417 w 571820"/>
                  <a:gd name="connsiteY0" fmla="*/ 6349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309203 w 571820"/>
                  <a:gd name="connsiteY4" fmla="*/ 24345 h 1316717"/>
                  <a:gd name="connsiteX5" fmla="*/ 571820 w 571820"/>
                  <a:gd name="connsiteY5" fmla="*/ 658359 h 1316717"/>
                  <a:gd name="connsiteX6" fmla="*/ 309203 w 571820"/>
                  <a:gd name="connsiteY6" fmla="*/ 1292372 h 1316717"/>
                  <a:gd name="connsiteX7" fmla="*/ 289403 w 571820"/>
                  <a:gd name="connsiteY7" fmla="*/ 1310368 h 1316717"/>
                  <a:gd name="connsiteX8" fmla="*/ 289403 w 571820"/>
                  <a:gd name="connsiteY8" fmla="*/ 1316717 h 1316717"/>
                  <a:gd name="connsiteX9" fmla="*/ 287393 w 571820"/>
                  <a:gd name="connsiteY9" fmla="*/ 1314890 h 1316717"/>
                  <a:gd name="connsiteX10" fmla="*/ 285910 w 571820"/>
                  <a:gd name="connsiteY10" fmla="*/ 1313542 h 1316717"/>
                  <a:gd name="connsiteX11" fmla="*/ 282417 w 571820"/>
                  <a:gd name="connsiteY11" fmla="*/ 1316717 h 1316717"/>
                  <a:gd name="connsiteX12" fmla="*/ 282417 w 571820"/>
                  <a:gd name="connsiteY12" fmla="*/ 1310367 h 1316717"/>
                  <a:gd name="connsiteX13" fmla="*/ 262617 w 571820"/>
                  <a:gd name="connsiteY13" fmla="*/ 1292372 h 1316717"/>
                  <a:gd name="connsiteX14" fmla="*/ 0 w 571820"/>
                  <a:gd name="connsiteY14" fmla="*/ 658358 h 1316717"/>
                  <a:gd name="connsiteX15" fmla="*/ 262617 w 571820"/>
                  <a:gd name="connsiteY15" fmla="*/ 24345 h 1316717"/>
                  <a:gd name="connsiteX0" fmla="*/ 262617 w 571820"/>
                  <a:gd name="connsiteY0" fmla="*/ 22518 h 1314890"/>
                  <a:gd name="connsiteX1" fmla="*/ 285910 w 571820"/>
                  <a:gd name="connsiteY1" fmla="*/ 1348 h 1314890"/>
                  <a:gd name="connsiteX2" fmla="*/ 287393 w 571820"/>
                  <a:gd name="connsiteY2" fmla="*/ 0 h 1314890"/>
                  <a:gd name="connsiteX3" fmla="*/ 309203 w 571820"/>
                  <a:gd name="connsiteY3" fmla="*/ 22518 h 1314890"/>
                  <a:gd name="connsiteX4" fmla="*/ 571820 w 571820"/>
                  <a:gd name="connsiteY4" fmla="*/ 656532 h 1314890"/>
                  <a:gd name="connsiteX5" fmla="*/ 309203 w 571820"/>
                  <a:gd name="connsiteY5" fmla="*/ 1290545 h 1314890"/>
                  <a:gd name="connsiteX6" fmla="*/ 289403 w 571820"/>
                  <a:gd name="connsiteY6" fmla="*/ 1308541 h 1314890"/>
                  <a:gd name="connsiteX7" fmla="*/ 289403 w 571820"/>
                  <a:gd name="connsiteY7" fmla="*/ 1314890 h 1314890"/>
                  <a:gd name="connsiteX8" fmla="*/ 287393 w 571820"/>
                  <a:gd name="connsiteY8" fmla="*/ 1313063 h 1314890"/>
                  <a:gd name="connsiteX9" fmla="*/ 285910 w 571820"/>
                  <a:gd name="connsiteY9" fmla="*/ 1311715 h 1314890"/>
                  <a:gd name="connsiteX10" fmla="*/ 282417 w 571820"/>
                  <a:gd name="connsiteY10" fmla="*/ 1314890 h 1314890"/>
                  <a:gd name="connsiteX11" fmla="*/ 282417 w 571820"/>
                  <a:gd name="connsiteY11" fmla="*/ 1308540 h 1314890"/>
                  <a:gd name="connsiteX12" fmla="*/ 262617 w 571820"/>
                  <a:gd name="connsiteY12" fmla="*/ 1290545 h 1314890"/>
                  <a:gd name="connsiteX13" fmla="*/ 0 w 571820"/>
                  <a:gd name="connsiteY13" fmla="*/ 656531 h 1314890"/>
                  <a:gd name="connsiteX14" fmla="*/ 262617 w 571820"/>
                  <a:gd name="connsiteY14" fmla="*/ 22518 h 1314890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82417 w 571820"/>
                  <a:gd name="connsiteY10" fmla="*/ 1307192 h 1313542"/>
                  <a:gd name="connsiteX11" fmla="*/ 262617 w 571820"/>
                  <a:gd name="connsiteY11" fmla="*/ 1289197 h 1313542"/>
                  <a:gd name="connsiteX12" fmla="*/ 0 w 571820"/>
                  <a:gd name="connsiteY12" fmla="*/ 655183 h 1313542"/>
                  <a:gd name="connsiteX13" fmla="*/ 262617 w 571820"/>
                  <a:gd name="connsiteY13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62617 w 571820"/>
                  <a:gd name="connsiteY10" fmla="*/ 1289197 h 1313542"/>
                  <a:gd name="connsiteX11" fmla="*/ 0 w 571820"/>
                  <a:gd name="connsiteY11" fmla="*/ 655183 h 1313542"/>
                  <a:gd name="connsiteX12" fmla="*/ 262617 w 571820"/>
                  <a:gd name="connsiteY12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62617 w 571820"/>
                  <a:gd name="connsiteY9" fmla="*/ 1289197 h 1313542"/>
                  <a:gd name="connsiteX10" fmla="*/ 0 w 571820"/>
                  <a:gd name="connsiteY10" fmla="*/ 655183 h 1313542"/>
                  <a:gd name="connsiteX11" fmla="*/ 262617 w 571820"/>
                  <a:gd name="connsiteY11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62617 w 571820"/>
                  <a:gd name="connsiteY8" fmla="*/ 1289197 h 1313542"/>
                  <a:gd name="connsiteX9" fmla="*/ 0 w 571820"/>
                  <a:gd name="connsiteY9" fmla="*/ 655183 h 1313542"/>
                  <a:gd name="connsiteX10" fmla="*/ 262617 w 571820"/>
                  <a:gd name="connsiteY10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62617 w 571820"/>
                  <a:gd name="connsiteY7" fmla="*/ 1289197 h 1313542"/>
                  <a:gd name="connsiteX8" fmla="*/ 0 w 571820"/>
                  <a:gd name="connsiteY8" fmla="*/ 655183 h 1313542"/>
                  <a:gd name="connsiteX9" fmla="*/ 262617 w 571820"/>
                  <a:gd name="connsiteY9" fmla="*/ 21170 h 1313542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9403 w 571820"/>
                  <a:gd name="connsiteY5" fmla="*/ 1307193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5832 w 571820"/>
                  <a:gd name="connsiteY5" fmla="*/ 1311956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11956"/>
                  <a:gd name="connsiteX1" fmla="*/ 285910 w 571820"/>
                  <a:gd name="connsiteY1" fmla="*/ 0 h 1311956"/>
                  <a:gd name="connsiteX2" fmla="*/ 309203 w 571820"/>
                  <a:gd name="connsiteY2" fmla="*/ 21170 h 1311956"/>
                  <a:gd name="connsiteX3" fmla="*/ 571820 w 571820"/>
                  <a:gd name="connsiteY3" fmla="*/ 655184 h 1311956"/>
                  <a:gd name="connsiteX4" fmla="*/ 309203 w 571820"/>
                  <a:gd name="connsiteY4" fmla="*/ 1289197 h 1311956"/>
                  <a:gd name="connsiteX5" fmla="*/ 285832 w 571820"/>
                  <a:gd name="connsiteY5" fmla="*/ 1311956 h 1311956"/>
                  <a:gd name="connsiteX6" fmla="*/ 262617 w 571820"/>
                  <a:gd name="connsiteY6" fmla="*/ 1289197 h 1311956"/>
                  <a:gd name="connsiteX7" fmla="*/ 0 w 571820"/>
                  <a:gd name="connsiteY7" fmla="*/ 655183 h 1311956"/>
                  <a:gd name="connsiteX8" fmla="*/ 262617 w 571820"/>
                  <a:gd name="connsiteY8" fmla="*/ 21170 h 1311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71820" h="1311956">
                    <a:moveTo>
                      <a:pt x="262617" y="21170"/>
                    </a:moveTo>
                    <a:lnTo>
                      <a:pt x="285910" y="0"/>
                    </a:lnTo>
                    <a:lnTo>
                      <a:pt x="309203" y="21170"/>
                    </a:lnTo>
                    <a:cubicBezTo>
                      <a:pt x="471461" y="183428"/>
                      <a:pt x="571820" y="407586"/>
                      <a:pt x="571820" y="655184"/>
                    </a:cubicBezTo>
                    <a:cubicBezTo>
                      <a:pt x="571820" y="902781"/>
                      <a:pt x="471461" y="1126939"/>
                      <a:pt x="309203" y="1289197"/>
                    </a:cubicBezTo>
                    <a:lnTo>
                      <a:pt x="285832" y="1311956"/>
                    </a:lnTo>
                    <a:lnTo>
                      <a:pt x="262617" y="1289197"/>
                    </a:lnTo>
                    <a:cubicBezTo>
                      <a:pt x="100359" y="1126938"/>
                      <a:pt x="0" y="902781"/>
                      <a:pt x="0" y="655183"/>
                    </a:cubicBezTo>
                    <a:cubicBezTo>
                      <a:pt x="0" y="407586"/>
                      <a:pt x="100359" y="183428"/>
                      <a:pt x="262617" y="21170"/>
                    </a:cubicBez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C1D464A1-0F6B-3CEE-8719-573F89E87B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68695" y="4330454"/>
                <a:ext cx="0" cy="1620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4237773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700152-D18D-4405-8FB2-5985831B5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1011238"/>
            <a:ext cx="10026650" cy="655637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2E92E1-0C4A-474E-8E29-8DB404101B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9500" y="1790700"/>
            <a:ext cx="10026650" cy="3978275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22E245-B48B-4526-8D2D-9475E64B06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>
              <a:defRPr sz="1000" cap="all" spc="300" baseline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0FE5C-A494-40F2-A357-786AFFA631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>
              <a:defRPr sz="1000" cap="all" spc="300" baseline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686A1-EDE2-44D9-A671-F708A6F883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r">
              <a:defRPr sz="1000" cap="all" spc="300" baseline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D39607A7-8386-47DB-8578-DDEDD194E5D4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884154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  <p:sldLayoutId id="2147483715" r:id="rId12"/>
    <p:sldLayoutId id="2147483716" r:id="rId13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kern="1200" cap="all" spc="4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125000"/>
        </a:lnSpc>
        <a:spcBef>
          <a:spcPts val="1000"/>
        </a:spcBef>
        <a:buClr>
          <a:schemeClr val="accent1">
            <a:lumMod val="60000"/>
            <a:lumOff val="40000"/>
          </a:schemeClr>
        </a:buClr>
        <a:buFont typeface="Wingdings" panose="05000000000000000000" pitchFamily="2" charset="2"/>
        <a:buChar char="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1pPr>
      <a:lvl2pPr marL="360000" indent="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Tx/>
        <a:buNone/>
        <a:defRPr sz="2000" i="1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2pPr>
      <a:lvl3pPr marL="1080000" indent="-36000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 typeface="Wingdings" panose="05000000000000000000" pitchFamily="2" charset="2"/>
        <a:buChar char="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3pPr>
      <a:lvl4pPr marL="1080000" indent="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Tx/>
        <a:buNone/>
        <a:defRPr sz="2000" i="1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4pPr>
      <a:lvl5pPr marL="1800000" indent="-36000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 typeface="Wingdings" panose="05000000000000000000" pitchFamily="2" charset="2"/>
        <a:buChar char="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19">
          <p15:clr>
            <a:srgbClr val="5ACBF0"/>
          </p15:clr>
        </p15:guide>
        <p15:guide id="2" pos="1731">
          <p15:clr>
            <a:srgbClr val="5ACBF0"/>
          </p15:clr>
        </p15:guide>
        <p15:guide id="3" pos="3140">
          <p15:clr>
            <a:srgbClr val="5ACBF0"/>
          </p15:clr>
        </p15:guide>
        <p15:guide id="4" pos="3488">
          <p15:clr>
            <a:srgbClr val="5ACBF0"/>
          </p15:clr>
        </p15:guide>
        <p15:guide id="5" pos="2788">
          <p15:clr>
            <a:srgbClr val="5ACBF0"/>
          </p15:clr>
        </p15:guide>
        <p15:guide id="6" pos="2434">
          <p15:clr>
            <a:srgbClr val="5ACBF0"/>
          </p15:clr>
        </p15:guide>
        <p15:guide id="7" pos="2084">
          <p15:clr>
            <a:srgbClr val="5ACBF0"/>
          </p15:clr>
        </p15:guide>
        <p15:guide id="8" pos="341">
          <p15:clr>
            <a:srgbClr val="F26B43"/>
          </p15:clr>
        </p15:guide>
        <p15:guide id="9" pos="1384">
          <p15:clr>
            <a:srgbClr val="5ACBF0"/>
          </p15:clr>
        </p15:guide>
        <p15:guide id="10" pos="1032">
          <p15:clr>
            <a:srgbClr val="5ACBF0"/>
          </p15:clr>
        </p15:guide>
        <p15:guide id="11" pos="680">
          <p15:clr>
            <a:srgbClr val="FDE53C"/>
          </p15:clr>
        </p15:guide>
        <p15:guide id="12" pos="4192">
          <p15:clr>
            <a:srgbClr val="5ACBF0"/>
          </p15:clr>
        </p15:guide>
        <p15:guide id="13" pos="4543">
          <p15:clr>
            <a:srgbClr val="5ACBF0"/>
          </p15:clr>
        </p15:guide>
        <p15:guide id="14" pos="4892">
          <p15:clr>
            <a:srgbClr val="5ACBF0"/>
          </p15:clr>
        </p15:guide>
        <p15:guide id="15" pos="5244">
          <p15:clr>
            <a:srgbClr val="5ACBF0"/>
          </p15:clr>
        </p15:guide>
        <p15:guide id="16" pos="5596">
          <p15:clr>
            <a:srgbClr val="5ACBF0"/>
          </p15:clr>
        </p15:guide>
        <p15:guide id="17" pos="5948">
          <p15:clr>
            <a:srgbClr val="5ACBF0"/>
          </p15:clr>
        </p15:guide>
        <p15:guide id="18" pos="6296">
          <p15:clr>
            <a:srgbClr val="5ACBF0"/>
          </p15:clr>
        </p15:guide>
        <p15:guide id="19" pos="6648">
          <p15:clr>
            <a:srgbClr val="5ACBF0"/>
          </p15:clr>
        </p15:guide>
        <p15:guide id="20" pos="6996">
          <p15:clr>
            <a:srgbClr val="FDE53C"/>
          </p15:clr>
        </p15:guide>
        <p15:guide id="21" orient="horz" pos="335">
          <p15:clr>
            <a:srgbClr val="F26B43"/>
          </p15:clr>
        </p15:guide>
        <p15:guide id="22" orient="horz" pos="680">
          <p15:clr>
            <a:srgbClr val="FDE53C"/>
          </p15:clr>
        </p15:guide>
        <p15:guide id="23" orient="horz" pos="1050">
          <p15:clr>
            <a:srgbClr val="5ACBF0"/>
          </p15:clr>
        </p15:guide>
        <p15:guide id="24" orient="horz" pos="1791">
          <p15:clr>
            <a:srgbClr val="5ACBF0"/>
          </p15:clr>
        </p15:guide>
        <p15:guide id="26" orient="horz" pos="2530">
          <p15:clr>
            <a:srgbClr val="5ACBF0"/>
          </p15:clr>
        </p15:guide>
        <p15:guide id="27" orient="horz" pos="2899">
          <p15:clr>
            <a:srgbClr val="5ACBF0"/>
          </p15:clr>
        </p15:guide>
        <p15:guide id="28" orient="horz" pos="3268">
          <p15:clr>
            <a:srgbClr val="5ACBF0"/>
          </p15:clr>
        </p15:guide>
        <p15:guide id="29" orient="horz" pos="3634">
          <p15:clr>
            <a:srgbClr val="FDE53C"/>
          </p15:clr>
        </p15:guide>
        <p15:guide id="30" orient="horz" pos="3979">
          <p15:clr>
            <a:srgbClr val="F26B43"/>
          </p15:clr>
        </p15:guide>
        <p15:guide id="31" orient="horz" pos="2160">
          <p15:clr>
            <a:srgbClr val="FDE53C"/>
          </p15:clr>
        </p15:guide>
        <p15:guide id="32" pos="7340">
          <p15:clr>
            <a:srgbClr val="F26B43"/>
          </p15:clr>
        </p15:guide>
        <p15:guide id="33" pos="3840">
          <p15:clr>
            <a:srgbClr val="FDE53C"/>
          </p15:clr>
        </p15:guide>
        <p15:guide id="34" orient="horz" pos="637">
          <p15:clr>
            <a:srgbClr val="C35EA4"/>
          </p15:clr>
        </p15:guide>
        <p15:guide id="35" orient="horz" pos="1128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381C4-F52E-F586-1465-77001CB91E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Results presentation</a:t>
            </a:r>
          </a:p>
        </p:txBody>
      </p:sp>
    </p:spTree>
    <p:extLst>
      <p:ext uri="{BB962C8B-B14F-4D97-AF65-F5344CB8AC3E}">
        <p14:creationId xmlns:p14="http://schemas.microsoft.com/office/powerpoint/2010/main" val="2420619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B14C0111-86AA-B377-753D-02A3CA89F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3252AFB-1364-05E7-C423-89DB466EDA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One/One DA learning matrix</a:t>
            </a:r>
          </a:p>
          <a:p>
            <a:r>
              <a:rPr lang="en-US" dirty="0" err="1"/>
              <a:t>Visualisation</a:t>
            </a:r>
            <a:endParaRPr lang="en-US" dirty="0"/>
          </a:p>
          <a:p>
            <a:r>
              <a:rPr lang="en-US" dirty="0"/>
              <a:t>Similarity</a:t>
            </a:r>
          </a:p>
        </p:txBody>
      </p:sp>
    </p:spTree>
    <p:extLst>
      <p:ext uri="{BB962C8B-B14F-4D97-AF65-F5344CB8AC3E}">
        <p14:creationId xmlns:p14="http://schemas.microsoft.com/office/powerpoint/2010/main" val="41486813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18E3735-9B3D-37D5-6206-EFB0BE003A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One by One </a:t>
            </a:r>
            <a:r>
              <a:rPr lang="fr-FR" dirty="0" err="1"/>
              <a:t>matrixes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20575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1C8396-D253-6D0C-3249-04AFA2C68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46038"/>
            <a:ext cx="10026650" cy="655637"/>
          </a:xfrm>
        </p:spPr>
        <p:txBody>
          <a:bodyPr/>
          <a:lstStyle/>
          <a:p>
            <a:pPr algn="ctr"/>
            <a:r>
              <a:rPr lang="fr-FR" dirty="0"/>
              <a:t>Code </a:t>
            </a:r>
            <a:r>
              <a:rPr lang="fr-FR" dirty="0" err="1"/>
              <a:t>accuracy</a:t>
            </a:r>
            <a:r>
              <a:rPr lang="fr-FR" dirty="0"/>
              <a:t> </a:t>
            </a:r>
            <a:r>
              <a:rPr lang="fr-FR" dirty="0" err="1"/>
              <a:t>matrixes</a:t>
            </a:r>
            <a:endParaRPr lang="en-US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28C1E9C-7E2F-63C8-3680-E88C71AFB6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1B3A827-59B1-1522-2EFB-1E0464F017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890" y="564765"/>
            <a:ext cx="10449870" cy="6293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780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1C8396-D253-6D0C-3249-04AFA2C68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46038"/>
            <a:ext cx="10026650" cy="655637"/>
          </a:xfrm>
        </p:spPr>
        <p:txBody>
          <a:bodyPr/>
          <a:lstStyle/>
          <a:p>
            <a:pPr algn="ctr"/>
            <a:r>
              <a:rPr lang="fr-FR" dirty="0"/>
              <a:t>BITS </a:t>
            </a:r>
            <a:r>
              <a:rPr lang="fr-FR" dirty="0" err="1"/>
              <a:t>accuracy</a:t>
            </a:r>
            <a:r>
              <a:rPr lang="fr-FR" dirty="0"/>
              <a:t> </a:t>
            </a:r>
            <a:r>
              <a:rPr lang="fr-FR" dirty="0" err="1"/>
              <a:t>matrixes</a:t>
            </a:r>
            <a:endParaRPr lang="en-US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28C1E9C-7E2F-63C8-3680-E88C71AFB6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2454BFD6-E469-7249-C3B4-DCA7B4FCDC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728" y="514904"/>
            <a:ext cx="10826544" cy="6343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711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1C8396-D253-6D0C-3249-04AFA2C68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46038"/>
            <a:ext cx="10026650" cy="655637"/>
          </a:xfrm>
        </p:spPr>
        <p:txBody>
          <a:bodyPr/>
          <a:lstStyle/>
          <a:p>
            <a:pPr algn="ctr"/>
            <a:r>
              <a:rPr lang="fr-FR" dirty="0"/>
              <a:t>bits </a:t>
            </a:r>
            <a:r>
              <a:rPr lang="fr-FR" dirty="0" err="1"/>
              <a:t>recall</a:t>
            </a:r>
            <a:r>
              <a:rPr lang="fr-FR" dirty="0"/>
              <a:t> </a:t>
            </a:r>
            <a:r>
              <a:rPr lang="fr-FR" dirty="0" err="1"/>
              <a:t>matrixes</a:t>
            </a:r>
            <a:endParaRPr lang="en-US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28C1E9C-7E2F-63C8-3680-E88C71AFB6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42044BA4-BF6E-181B-40C1-B000370F3E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728" y="523782"/>
            <a:ext cx="10826544" cy="6334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8214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1C8396-D253-6D0C-3249-04AFA2C68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46038"/>
            <a:ext cx="10026650" cy="655637"/>
          </a:xfrm>
        </p:spPr>
        <p:txBody>
          <a:bodyPr/>
          <a:lstStyle/>
          <a:p>
            <a:pPr algn="ctr"/>
            <a:r>
              <a:rPr lang="fr-FR" dirty="0"/>
              <a:t>bits F1 </a:t>
            </a:r>
            <a:r>
              <a:rPr lang="fr-FR" dirty="0" err="1"/>
              <a:t>matrixes</a:t>
            </a:r>
            <a:endParaRPr lang="en-US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28C1E9C-7E2F-63C8-3680-E88C71AFB6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3F203C56-8385-7AA4-5021-FCFA97F317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597" y="514904"/>
            <a:ext cx="10906806" cy="6343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1505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1C8396-D253-6D0C-3249-04AFA2C68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46038"/>
            <a:ext cx="10026650" cy="655637"/>
          </a:xfrm>
        </p:spPr>
        <p:txBody>
          <a:bodyPr/>
          <a:lstStyle/>
          <a:p>
            <a:pPr algn="ctr"/>
            <a:r>
              <a:rPr lang="fr-FR" dirty="0"/>
              <a:t>Training time </a:t>
            </a:r>
            <a:r>
              <a:rPr lang="fr-FR" dirty="0" err="1"/>
              <a:t>matrixes</a:t>
            </a:r>
            <a:endParaRPr lang="en-US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28C1E9C-7E2F-63C8-3680-E88C71AFB6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5606728F-FED0-EECA-F03B-ED07DDB914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728" y="542924"/>
            <a:ext cx="10826544" cy="6315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1601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1C8396-D253-6D0C-3249-04AFA2C68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46038"/>
            <a:ext cx="10026650" cy="655637"/>
          </a:xfrm>
        </p:spPr>
        <p:txBody>
          <a:bodyPr/>
          <a:lstStyle/>
          <a:p>
            <a:pPr algn="ctr"/>
            <a:r>
              <a:rPr lang="fr-FR" dirty="0"/>
              <a:t>Code </a:t>
            </a:r>
            <a:r>
              <a:rPr lang="fr-FR" dirty="0" err="1"/>
              <a:t>accuracy</a:t>
            </a:r>
            <a:r>
              <a:rPr lang="fr-FR" dirty="0"/>
              <a:t> </a:t>
            </a:r>
            <a:r>
              <a:rPr lang="fr-FR" dirty="0" err="1"/>
              <a:t>matrixes</a:t>
            </a:r>
            <a:endParaRPr lang="en-US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28C1E9C-7E2F-63C8-3680-E88C71AFB6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DB2C6F9B-7353-0154-18A4-65BFADFB87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564" y="485774"/>
            <a:ext cx="10790871" cy="6372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3637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E3976E8-99F6-932C-6D94-45FAF8D866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Visualisation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66004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6930A2-9DF3-E2BF-956B-3B89E4210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0468" y="46038"/>
            <a:ext cx="10026650" cy="655637"/>
          </a:xfrm>
        </p:spPr>
        <p:txBody>
          <a:bodyPr/>
          <a:lstStyle/>
          <a:p>
            <a:pPr algn="ctr"/>
            <a:r>
              <a:rPr lang="fr-FR" dirty="0"/>
              <a:t>TSNE </a:t>
            </a:r>
            <a:r>
              <a:rPr lang="fr-FR" dirty="0" err="1"/>
              <a:t>Representation</a:t>
            </a:r>
            <a:endParaRPr lang="en-US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2BBE446-5FC8-72D8-2D0E-273AD08899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7BF7184-8E0C-260E-4CA8-446BD4ED8C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42974"/>
            <a:ext cx="6028207" cy="5915025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38F2F8BC-F936-FB27-A186-539298691B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3793" y="962660"/>
            <a:ext cx="6028207" cy="5895340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2624B1FF-917A-6AE1-DB05-48065260ACC1}"/>
              </a:ext>
            </a:extLst>
          </p:cNvPr>
          <p:cNvSpPr txBox="1"/>
          <p:nvPr/>
        </p:nvSpPr>
        <p:spPr>
          <a:xfrm>
            <a:off x="2524043" y="517009"/>
            <a:ext cx="9801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Label 1</a:t>
            </a:r>
            <a:endParaRPr lang="en-US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5D5493D1-8F1B-4CFC-5AC0-E34AA8C5E9F9}"/>
              </a:ext>
            </a:extLst>
          </p:cNvPr>
          <p:cNvSpPr txBox="1"/>
          <p:nvPr/>
        </p:nvSpPr>
        <p:spPr>
          <a:xfrm>
            <a:off x="8687840" y="593328"/>
            <a:ext cx="9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Label 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50538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01C0CAB-6A03-4C6A-9FAA-2198477536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26000" y="3690871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982E0B2-AA9C-441C-A08E-A9DF9CF12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728046" y="4869342"/>
            <a:ext cx="1623711" cy="630920"/>
            <a:chOff x="9588346" y="4824892"/>
            <a:chExt cx="1623711" cy="630920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4A2E074-C10D-4C57-AB72-B631E4D771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 flipH="1">
              <a:off x="10267789" y="4452443"/>
              <a:ext cx="571820" cy="1316717"/>
            </a:xfrm>
            <a:custGeom>
              <a:avLst/>
              <a:gdLst>
                <a:gd name="connsiteX0" fmla="*/ 282417 w 571820"/>
                <a:gd name="connsiteY0" fmla="*/ 0 h 1316717"/>
                <a:gd name="connsiteX1" fmla="*/ 285910 w 571820"/>
                <a:gd name="connsiteY1" fmla="*/ 3175 h 1316717"/>
                <a:gd name="connsiteX2" fmla="*/ 287393 w 571820"/>
                <a:gd name="connsiteY2" fmla="*/ 1827 h 1316717"/>
                <a:gd name="connsiteX3" fmla="*/ 289403 w 571820"/>
                <a:gd name="connsiteY3" fmla="*/ 0 h 1316717"/>
                <a:gd name="connsiteX4" fmla="*/ 289403 w 571820"/>
                <a:gd name="connsiteY4" fmla="*/ 6349 h 1316717"/>
                <a:gd name="connsiteX5" fmla="*/ 309203 w 571820"/>
                <a:gd name="connsiteY5" fmla="*/ 24345 h 1316717"/>
                <a:gd name="connsiteX6" fmla="*/ 571820 w 571820"/>
                <a:gd name="connsiteY6" fmla="*/ 658359 h 1316717"/>
                <a:gd name="connsiteX7" fmla="*/ 309203 w 571820"/>
                <a:gd name="connsiteY7" fmla="*/ 1292372 h 1316717"/>
                <a:gd name="connsiteX8" fmla="*/ 289403 w 571820"/>
                <a:gd name="connsiteY8" fmla="*/ 1310368 h 1316717"/>
                <a:gd name="connsiteX9" fmla="*/ 289403 w 571820"/>
                <a:gd name="connsiteY9" fmla="*/ 1316717 h 1316717"/>
                <a:gd name="connsiteX10" fmla="*/ 287393 w 571820"/>
                <a:gd name="connsiteY10" fmla="*/ 1314890 h 1316717"/>
                <a:gd name="connsiteX11" fmla="*/ 285910 w 571820"/>
                <a:gd name="connsiteY11" fmla="*/ 1313542 h 1316717"/>
                <a:gd name="connsiteX12" fmla="*/ 282417 w 571820"/>
                <a:gd name="connsiteY12" fmla="*/ 1316717 h 1316717"/>
                <a:gd name="connsiteX13" fmla="*/ 282417 w 571820"/>
                <a:gd name="connsiteY13" fmla="*/ 1310367 h 1316717"/>
                <a:gd name="connsiteX14" fmla="*/ 262617 w 571820"/>
                <a:gd name="connsiteY14" fmla="*/ 1292372 h 1316717"/>
                <a:gd name="connsiteX15" fmla="*/ 0 w 571820"/>
                <a:gd name="connsiteY15" fmla="*/ 658358 h 1316717"/>
                <a:gd name="connsiteX16" fmla="*/ 262617 w 571820"/>
                <a:gd name="connsiteY16" fmla="*/ 24345 h 1316717"/>
                <a:gd name="connsiteX17" fmla="*/ 282417 w 571820"/>
                <a:gd name="connsiteY17" fmla="*/ 6349 h 1316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71820" h="1316717">
                  <a:moveTo>
                    <a:pt x="282417" y="0"/>
                  </a:moveTo>
                  <a:lnTo>
                    <a:pt x="285910" y="3175"/>
                  </a:lnTo>
                  <a:lnTo>
                    <a:pt x="287393" y="1827"/>
                  </a:lnTo>
                  <a:lnTo>
                    <a:pt x="289403" y="0"/>
                  </a:lnTo>
                  <a:lnTo>
                    <a:pt x="289403" y="6349"/>
                  </a:lnTo>
                  <a:lnTo>
                    <a:pt x="309203" y="24345"/>
                  </a:lnTo>
                  <a:cubicBezTo>
                    <a:pt x="471461" y="186603"/>
                    <a:pt x="571820" y="410761"/>
                    <a:pt x="571820" y="658359"/>
                  </a:cubicBezTo>
                  <a:cubicBezTo>
                    <a:pt x="571820" y="905956"/>
                    <a:pt x="471461" y="1130114"/>
                    <a:pt x="309203" y="1292372"/>
                  </a:cubicBezTo>
                  <a:lnTo>
                    <a:pt x="289403" y="1310368"/>
                  </a:lnTo>
                  <a:lnTo>
                    <a:pt x="289403" y="1316717"/>
                  </a:lnTo>
                  <a:lnTo>
                    <a:pt x="287393" y="1314890"/>
                  </a:lnTo>
                  <a:lnTo>
                    <a:pt x="285910" y="1313542"/>
                  </a:lnTo>
                  <a:lnTo>
                    <a:pt x="282417" y="1316717"/>
                  </a:lnTo>
                  <a:lnTo>
                    <a:pt x="282417" y="1310367"/>
                  </a:lnTo>
                  <a:lnTo>
                    <a:pt x="262617" y="1292372"/>
                  </a:lnTo>
                  <a:cubicBezTo>
                    <a:pt x="100359" y="1130113"/>
                    <a:pt x="0" y="905956"/>
                    <a:pt x="0" y="658358"/>
                  </a:cubicBezTo>
                  <a:cubicBezTo>
                    <a:pt x="0" y="410761"/>
                    <a:pt x="100359" y="186603"/>
                    <a:pt x="262617" y="24345"/>
                  </a:cubicBezTo>
                  <a:lnTo>
                    <a:pt x="282417" y="6349"/>
                  </a:lnTo>
                  <a:close/>
                </a:path>
              </a:pathLst>
            </a:custGeom>
            <a:solidFill>
              <a:schemeClr val="accent4">
                <a:alpha val="4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0B037EB3-1772-4BA8-A95A-E5DBDFEA32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 flipH="1">
              <a:off x="10112436" y="4359902"/>
              <a:ext cx="571820" cy="1620000"/>
              <a:chOff x="8482785" y="4330454"/>
              <a:chExt cx="571820" cy="1620000"/>
            </a:xfrm>
          </p:grpSpPr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A1F47AC1-63D0-47F3-9728-1A0A054349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8482785" y="4333632"/>
                <a:ext cx="571820" cy="1311956"/>
              </a:xfrm>
              <a:custGeom>
                <a:avLst/>
                <a:gdLst>
                  <a:gd name="connsiteX0" fmla="*/ 282417 w 571820"/>
                  <a:gd name="connsiteY0" fmla="*/ 0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82417 w 571820"/>
                  <a:gd name="connsiteY0" fmla="*/ 6349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309203 w 571820"/>
                  <a:gd name="connsiteY4" fmla="*/ 24345 h 1316717"/>
                  <a:gd name="connsiteX5" fmla="*/ 571820 w 571820"/>
                  <a:gd name="connsiteY5" fmla="*/ 658359 h 1316717"/>
                  <a:gd name="connsiteX6" fmla="*/ 309203 w 571820"/>
                  <a:gd name="connsiteY6" fmla="*/ 1292372 h 1316717"/>
                  <a:gd name="connsiteX7" fmla="*/ 289403 w 571820"/>
                  <a:gd name="connsiteY7" fmla="*/ 1310368 h 1316717"/>
                  <a:gd name="connsiteX8" fmla="*/ 289403 w 571820"/>
                  <a:gd name="connsiteY8" fmla="*/ 1316717 h 1316717"/>
                  <a:gd name="connsiteX9" fmla="*/ 287393 w 571820"/>
                  <a:gd name="connsiteY9" fmla="*/ 1314890 h 1316717"/>
                  <a:gd name="connsiteX10" fmla="*/ 285910 w 571820"/>
                  <a:gd name="connsiteY10" fmla="*/ 1313542 h 1316717"/>
                  <a:gd name="connsiteX11" fmla="*/ 282417 w 571820"/>
                  <a:gd name="connsiteY11" fmla="*/ 1316717 h 1316717"/>
                  <a:gd name="connsiteX12" fmla="*/ 282417 w 571820"/>
                  <a:gd name="connsiteY12" fmla="*/ 1310367 h 1316717"/>
                  <a:gd name="connsiteX13" fmla="*/ 262617 w 571820"/>
                  <a:gd name="connsiteY13" fmla="*/ 1292372 h 1316717"/>
                  <a:gd name="connsiteX14" fmla="*/ 0 w 571820"/>
                  <a:gd name="connsiteY14" fmla="*/ 658358 h 1316717"/>
                  <a:gd name="connsiteX15" fmla="*/ 262617 w 571820"/>
                  <a:gd name="connsiteY15" fmla="*/ 24345 h 1316717"/>
                  <a:gd name="connsiteX0" fmla="*/ 262617 w 571820"/>
                  <a:gd name="connsiteY0" fmla="*/ 22518 h 1314890"/>
                  <a:gd name="connsiteX1" fmla="*/ 285910 w 571820"/>
                  <a:gd name="connsiteY1" fmla="*/ 1348 h 1314890"/>
                  <a:gd name="connsiteX2" fmla="*/ 287393 w 571820"/>
                  <a:gd name="connsiteY2" fmla="*/ 0 h 1314890"/>
                  <a:gd name="connsiteX3" fmla="*/ 309203 w 571820"/>
                  <a:gd name="connsiteY3" fmla="*/ 22518 h 1314890"/>
                  <a:gd name="connsiteX4" fmla="*/ 571820 w 571820"/>
                  <a:gd name="connsiteY4" fmla="*/ 656532 h 1314890"/>
                  <a:gd name="connsiteX5" fmla="*/ 309203 w 571820"/>
                  <a:gd name="connsiteY5" fmla="*/ 1290545 h 1314890"/>
                  <a:gd name="connsiteX6" fmla="*/ 289403 w 571820"/>
                  <a:gd name="connsiteY6" fmla="*/ 1308541 h 1314890"/>
                  <a:gd name="connsiteX7" fmla="*/ 289403 w 571820"/>
                  <a:gd name="connsiteY7" fmla="*/ 1314890 h 1314890"/>
                  <a:gd name="connsiteX8" fmla="*/ 287393 w 571820"/>
                  <a:gd name="connsiteY8" fmla="*/ 1313063 h 1314890"/>
                  <a:gd name="connsiteX9" fmla="*/ 285910 w 571820"/>
                  <a:gd name="connsiteY9" fmla="*/ 1311715 h 1314890"/>
                  <a:gd name="connsiteX10" fmla="*/ 282417 w 571820"/>
                  <a:gd name="connsiteY10" fmla="*/ 1314890 h 1314890"/>
                  <a:gd name="connsiteX11" fmla="*/ 282417 w 571820"/>
                  <a:gd name="connsiteY11" fmla="*/ 1308540 h 1314890"/>
                  <a:gd name="connsiteX12" fmla="*/ 262617 w 571820"/>
                  <a:gd name="connsiteY12" fmla="*/ 1290545 h 1314890"/>
                  <a:gd name="connsiteX13" fmla="*/ 0 w 571820"/>
                  <a:gd name="connsiteY13" fmla="*/ 656531 h 1314890"/>
                  <a:gd name="connsiteX14" fmla="*/ 262617 w 571820"/>
                  <a:gd name="connsiteY14" fmla="*/ 22518 h 1314890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82417 w 571820"/>
                  <a:gd name="connsiteY10" fmla="*/ 1307192 h 1313542"/>
                  <a:gd name="connsiteX11" fmla="*/ 262617 w 571820"/>
                  <a:gd name="connsiteY11" fmla="*/ 1289197 h 1313542"/>
                  <a:gd name="connsiteX12" fmla="*/ 0 w 571820"/>
                  <a:gd name="connsiteY12" fmla="*/ 655183 h 1313542"/>
                  <a:gd name="connsiteX13" fmla="*/ 262617 w 571820"/>
                  <a:gd name="connsiteY13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62617 w 571820"/>
                  <a:gd name="connsiteY10" fmla="*/ 1289197 h 1313542"/>
                  <a:gd name="connsiteX11" fmla="*/ 0 w 571820"/>
                  <a:gd name="connsiteY11" fmla="*/ 655183 h 1313542"/>
                  <a:gd name="connsiteX12" fmla="*/ 262617 w 571820"/>
                  <a:gd name="connsiteY12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62617 w 571820"/>
                  <a:gd name="connsiteY9" fmla="*/ 1289197 h 1313542"/>
                  <a:gd name="connsiteX10" fmla="*/ 0 w 571820"/>
                  <a:gd name="connsiteY10" fmla="*/ 655183 h 1313542"/>
                  <a:gd name="connsiteX11" fmla="*/ 262617 w 571820"/>
                  <a:gd name="connsiteY11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62617 w 571820"/>
                  <a:gd name="connsiteY8" fmla="*/ 1289197 h 1313542"/>
                  <a:gd name="connsiteX9" fmla="*/ 0 w 571820"/>
                  <a:gd name="connsiteY9" fmla="*/ 655183 h 1313542"/>
                  <a:gd name="connsiteX10" fmla="*/ 262617 w 571820"/>
                  <a:gd name="connsiteY10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62617 w 571820"/>
                  <a:gd name="connsiteY7" fmla="*/ 1289197 h 1313542"/>
                  <a:gd name="connsiteX8" fmla="*/ 0 w 571820"/>
                  <a:gd name="connsiteY8" fmla="*/ 655183 h 1313542"/>
                  <a:gd name="connsiteX9" fmla="*/ 262617 w 571820"/>
                  <a:gd name="connsiteY9" fmla="*/ 21170 h 1313542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9403 w 571820"/>
                  <a:gd name="connsiteY5" fmla="*/ 1307193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5832 w 571820"/>
                  <a:gd name="connsiteY5" fmla="*/ 1311956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11956"/>
                  <a:gd name="connsiteX1" fmla="*/ 285910 w 571820"/>
                  <a:gd name="connsiteY1" fmla="*/ 0 h 1311956"/>
                  <a:gd name="connsiteX2" fmla="*/ 309203 w 571820"/>
                  <a:gd name="connsiteY2" fmla="*/ 21170 h 1311956"/>
                  <a:gd name="connsiteX3" fmla="*/ 571820 w 571820"/>
                  <a:gd name="connsiteY3" fmla="*/ 655184 h 1311956"/>
                  <a:gd name="connsiteX4" fmla="*/ 309203 w 571820"/>
                  <a:gd name="connsiteY4" fmla="*/ 1289197 h 1311956"/>
                  <a:gd name="connsiteX5" fmla="*/ 285832 w 571820"/>
                  <a:gd name="connsiteY5" fmla="*/ 1311956 h 1311956"/>
                  <a:gd name="connsiteX6" fmla="*/ 262617 w 571820"/>
                  <a:gd name="connsiteY6" fmla="*/ 1289197 h 1311956"/>
                  <a:gd name="connsiteX7" fmla="*/ 0 w 571820"/>
                  <a:gd name="connsiteY7" fmla="*/ 655183 h 1311956"/>
                  <a:gd name="connsiteX8" fmla="*/ 262617 w 571820"/>
                  <a:gd name="connsiteY8" fmla="*/ 21170 h 1311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71820" h="1311956">
                    <a:moveTo>
                      <a:pt x="262617" y="21170"/>
                    </a:moveTo>
                    <a:lnTo>
                      <a:pt x="285910" y="0"/>
                    </a:lnTo>
                    <a:lnTo>
                      <a:pt x="309203" y="21170"/>
                    </a:lnTo>
                    <a:cubicBezTo>
                      <a:pt x="471461" y="183428"/>
                      <a:pt x="571820" y="407586"/>
                      <a:pt x="571820" y="655184"/>
                    </a:cubicBezTo>
                    <a:cubicBezTo>
                      <a:pt x="571820" y="902781"/>
                      <a:pt x="471461" y="1126939"/>
                      <a:pt x="309203" y="1289197"/>
                    </a:cubicBezTo>
                    <a:lnTo>
                      <a:pt x="285832" y="1311956"/>
                    </a:lnTo>
                    <a:lnTo>
                      <a:pt x="262617" y="1289197"/>
                    </a:lnTo>
                    <a:cubicBezTo>
                      <a:pt x="100359" y="1126938"/>
                      <a:pt x="0" y="902781"/>
                      <a:pt x="0" y="655183"/>
                    </a:cubicBezTo>
                    <a:cubicBezTo>
                      <a:pt x="0" y="407586"/>
                      <a:pt x="100359" y="183428"/>
                      <a:pt x="262617" y="21170"/>
                    </a:cubicBez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803A57D6-0C36-4560-A08A-16768551EF6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8768695" y="4330454"/>
                <a:ext cx="0" cy="1620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011B0B3-5679-4759-90B8-3B908C4CB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C31C05D-4B9C-81E7-49F5-B6E262232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16333" y="2073562"/>
            <a:ext cx="4451349" cy="1532951"/>
          </a:xfrm>
        </p:spPr>
        <p:txBody>
          <a:bodyPr vert="horz" lIns="0" tIns="0" rIns="0" bIns="0" rtlCol="0" anchor="b" anchorCtr="0">
            <a:normAutofit/>
          </a:bodyPr>
          <a:lstStyle/>
          <a:p>
            <a:pPr algn="ctr"/>
            <a:r>
              <a:rPr lang="en-US" dirty="0"/>
              <a:t>EPOCHs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9E013D9-9421-47E7-9080-30F6E544B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200275" y="2840038"/>
            <a:ext cx="2216150" cy="1177924"/>
            <a:chOff x="4987925" y="2840038"/>
            <a:chExt cx="2216150" cy="1177924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109F7CF-3139-48B9-AF7B-9BD2941A8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87925" y="2840038"/>
              <a:ext cx="2216150" cy="1177924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5A838F8-C7B5-4988-81A9-B02E6C8F9B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50208" y="2992877"/>
              <a:ext cx="972458" cy="91951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5B86A1A-402F-4AE2-B5E6-B8A5FB16CD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5469335" y="2992877"/>
              <a:ext cx="972458" cy="919518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44A0542D-9B1C-46B1-82B5-54470B697F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614944" y="3117662"/>
              <a:ext cx="1009280" cy="464739"/>
              <a:chOff x="4432859" y="3200647"/>
              <a:chExt cx="1009280" cy="464739"/>
            </a:xfrm>
          </p:grpSpPr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F3AFD408-F48C-4C50-8D5E-5DD62717993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6200000" flipH="1" flipV="1">
                <a:off x="4977400" y="3200647"/>
                <a:ext cx="464739" cy="464739"/>
              </a:xfrm>
              <a:custGeom>
                <a:avLst/>
                <a:gdLst>
                  <a:gd name="connsiteX0" fmla="*/ 464132 w 464739"/>
                  <a:gd name="connsiteY0" fmla="*/ 463881 h 464739"/>
                  <a:gd name="connsiteX1" fmla="*/ 463891 w 464739"/>
                  <a:gd name="connsiteY1" fmla="*/ 463892 h 464739"/>
                  <a:gd name="connsiteX2" fmla="*/ 463880 w 464739"/>
                  <a:gd name="connsiteY2" fmla="*/ 464132 h 464739"/>
                  <a:gd name="connsiteX3" fmla="*/ 463651 w 464739"/>
                  <a:gd name="connsiteY3" fmla="*/ 463904 h 464739"/>
                  <a:gd name="connsiteX4" fmla="*/ 446142 w 464739"/>
                  <a:gd name="connsiteY4" fmla="*/ 464739 h 464739"/>
                  <a:gd name="connsiteX5" fmla="*/ 130673 w 464739"/>
                  <a:gd name="connsiteY5" fmla="*/ 334067 h 464739"/>
                  <a:gd name="connsiteX6" fmla="*/ 0 w 464739"/>
                  <a:gd name="connsiteY6" fmla="*/ 18597 h 464739"/>
                  <a:gd name="connsiteX7" fmla="*/ 836 w 464739"/>
                  <a:gd name="connsiteY7" fmla="*/ 1089 h 464739"/>
                  <a:gd name="connsiteX8" fmla="*/ 607 w 464739"/>
                  <a:gd name="connsiteY8" fmla="*/ 859 h 464739"/>
                  <a:gd name="connsiteX9" fmla="*/ 848 w 464739"/>
                  <a:gd name="connsiteY9" fmla="*/ 848 h 464739"/>
                  <a:gd name="connsiteX10" fmla="*/ 859 w 464739"/>
                  <a:gd name="connsiteY10" fmla="*/ 607 h 464739"/>
                  <a:gd name="connsiteX11" fmla="*/ 1089 w 464739"/>
                  <a:gd name="connsiteY11" fmla="*/ 836 h 464739"/>
                  <a:gd name="connsiteX12" fmla="*/ 18597 w 464739"/>
                  <a:gd name="connsiteY12" fmla="*/ 0 h 464739"/>
                  <a:gd name="connsiteX13" fmla="*/ 334067 w 464739"/>
                  <a:gd name="connsiteY13" fmla="*/ 130672 h 464739"/>
                  <a:gd name="connsiteX14" fmla="*/ 464739 w 464739"/>
                  <a:gd name="connsiteY14" fmla="*/ 446142 h 464739"/>
                  <a:gd name="connsiteX15" fmla="*/ 463903 w 464739"/>
                  <a:gd name="connsiteY15" fmla="*/ 463652 h 464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9" h="464739">
                    <a:moveTo>
                      <a:pt x="464132" y="463881"/>
                    </a:moveTo>
                    <a:lnTo>
                      <a:pt x="463891" y="463892"/>
                    </a:lnTo>
                    <a:lnTo>
                      <a:pt x="463880" y="464132"/>
                    </a:lnTo>
                    <a:lnTo>
                      <a:pt x="463651" y="463904"/>
                    </a:lnTo>
                    <a:lnTo>
                      <a:pt x="446142" y="464739"/>
                    </a:lnTo>
                    <a:cubicBezTo>
                      <a:pt x="331965" y="464739"/>
                      <a:pt x="217787" y="421182"/>
                      <a:pt x="130673" y="334067"/>
                    </a:cubicBezTo>
                    <a:cubicBezTo>
                      <a:pt x="43558" y="246953"/>
                      <a:pt x="1" y="132775"/>
                      <a:pt x="0" y="18597"/>
                    </a:cubicBezTo>
                    <a:lnTo>
                      <a:pt x="836" y="1089"/>
                    </a:lnTo>
                    <a:lnTo>
                      <a:pt x="607" y="859"/>
                    </a:lnTo>
                    <a:lnTo>
                      <a:pt x="848" y="848"/>
                    </a:lnTo>
                    <a:lnTo>
                      <a:pt x="859" y="607"/>
                    </a:lnTo>
                    <a:lnTo>
                      <a:pt x="1089" y="836"/>
                    </a:lnTo>
                    <a:lnTo>
                      <a:pt x="18597" y="0"/>
                    </a:lnTo>
                    <a:cubicBezTo>
                      <a:pt x="132775" y="0"/>
                      <a:pt x="246952" y="43557"/>
                      <a:pt x="334067" y="130672"/>
                    </a:cubicBezTo>
                    <a:cubicBezTo>
                      <a:pt x="421182" y="217787"/>
                      <a:pt x="464739" y="331964"/>
                      <a:pt x="464739" y="446142"/>
                    </a:cubicBezTo>
                    <a:lnTo>
                      <a:pt x="463903" y="463652"/>
                    </a:lnTo>
                    <a:close/>
                  </a:path>
                </a:pathLst>
              </a:custGeom>
              <a:solidFill>
                <a:schemeClr val="accent4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9C45F007-BD45-43C0-8579-5601F9CA781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5400000" flipV="1">
                <a:off x="4432859" y="3200647"/>
                <a:ext cx="464739" cy="464739"/>
              </a:xfrm>
              <a:custGeom>
                <a:avLst/>
                <a:gdLst>
                  <a:gd name="connsiteX0" fmla="*/ 464132 w 464739"/>
                  <a:gd name="connsiteY0" fmla="*/ 463881 h 464739"/>
                  <a:gd name="connsiteX1" fmla="*/ 463891 w 464739"/>
                  <a:gd name="connsiteY1" fmla="*/ 463892 h 464739"/>
                  <a:gd name="connsiteX2" fmla="*/ 463880 w 464739"/>
                  <a:gd name="connsiteY2" fmla="*/ 464132 h 464739"/>
                  <a:gd name="connsiteX3" fmla="*/ 463651 w 464739"/>
                  <a:gd name="connsiteY3" fmla="*/ 463904 h 464739"/>
                  <a:gd name="connsiteX4" fmla="*/ 446142 w 464739"/>
                  <a:gd name="connsiteY4" fmla="*/ 464739 h 464739"/>
                  <a:gd name="connsiteX5" fmla="*/ 130673 w 464739"/>
                  <a:gd name="connsiteY5" fmla="*/ 334067 h 464739"/>
                  <a:gd name="connsiteX6" fmla="*/ 0 w 464739"/>
                  <a:gd name="connsiteY6" fmla="*/ 18597 h 464739"/>
                  <a:gd name="connsiteX7" fmla="*/ 836 w 464739"/>
                  <a:gd name="connsiteY7" fmla="*/ 1089 h 464739"/>
                  <a:gd name="connsiteX8" fmla="*/ 607 w 464739"/>
                  <a:gd name="connsiteY8" fmla="*/ 859 h 464739"/>
                  <a:gd name="connsiteX9" fmla="*/ 848 w 464739"/>
                  <a:gd name="connsiteY9" fmla="*/ 848 h 464739"/>
                  <a:gd name="connsiteX10" fmla="*/ 859 w 464739"/>
                  <a:gd name="connsiteY10" fmla="*/ 607 h 464739"/>
                  <a:gd name="connsiteX11" fmla="*/ 1089 w 464739"/>
                  <a:gd name="connsiteY11" fmla="*/ 836 h 464739"/>
                  <a:gd name="connsiteX12" fmla="*/ 18597 w 464739"/>
                  <a:gd name="connsiteY12" fmla="*/ 0 h 464739"/>
                  <a:gd name="connsiteX13" fmla="*/ 334067 w 464739"/>
                  <a:gd name="connsiteY13" fmla="*/ 130672 h 464739"/>
                  <a:gd name="connsiteX14" fmla="*/ 464739 w 464739"/>
                  <a:gd name="connsiteY14" fmla="*/ 446142 h 464739"/>
                  <a:gd name="connsiteX15" fmla="*/ 463903 w 464739"/>
                  <a:gd name="connsiteY15" fmla="*/ 463652 h 464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9" h="464739">
                    <a:moveTo>
                      <a:pt x="464132" y="463881"/>
                    </a:moveTo>
                    <a:lnTo>
                      <a:pt x="463891" y="463892"/>
                    </a:lnTo>
                    <a:lnTo>
                      <a:pt x="463880" y="464132"/>
                    </a:lnTo>
                    <a:lnTo>
                      <a:pt x="463651" y="463904"/>
                    </a:lnTo>
                    <a:lnTo>
                      <a:pt x="446142" y="464739"/>
                    </a:lnTo>
                    <a:cubicBezTo>
                      <a:pt x="331965" y="464739"/>
                      <a:pt x="217787" y="421182"/>
                      <a:pt x="130673" y="334067"/>
                    </a:cubicBezTo>
                    <a:cubicBezTo>
                      <a:pt x="43558" y="246953"/>
                      <a:pt x="1" y="132775"/>
                      <a:pt x="0" y="18597"/>
                    </a:cubicBezTo>
                    <a:lnTo>
                      <a:pt x="836" y="1089"/>
                    </a:lnTo>
                    <a:lnTo>
                      <a:pt x="607" y="859"/>
                    </a:lnTo>
                    <a:lnTo>
                      <a:pt x="848" y="848"/>
                    </a:lnTo>
                    <a:lnTo>
                      <a:pt x="859" y="607"/>
                    </a:lnTo>
                    <a:lnTo>
                      <a:pt x="1089" y="836"/>
                    </a:lnTo>
                    <a:lnTo>
                      <a:pt x="18597" y="0"/>
                    </a:lnTo>
                    <a:cubicBezTo>
                      <a:pt x="132775" y="0"/>
                      <a:pt x="246952" y="43557"/>
                      <a:pt x="334067" y="130672"/>
                    </a:cubicBezTo>
                    <a:cubicBezTo>
                      <a:pt x="421182" y="217787"/>
                      <a:pt x="464739" y="331964"/>
                      <a:pt x="464739" y="446142"/>
                    </a:cubicBezTo>
                    <a:lnTo>
                      <a:pt x="463903" y="463652"/>
                    </a:lnTo>
                    <a:close/>
                  </a:path>
                </a:pathLst>
              </a:custGeom>
              <a:solidFill>
                <a:schemeClr val="accent4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97131E1B-CE62-4AB1-A2D9-02E823C9B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679979" y="2915338"/>
              <a:ext cx="1080000" cy="1080000"/>
              <a:chOff x="4497894" y="2998323"/>
              <a:chExt cx="1080000" cy="1080000"/>
            </a:xfrm>
          </p:grpSpPr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745E8D88-C0BB-4D1C-B240-D441BBA6F7A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3500000">
                <a:off x="4805524" y="2998323"/>
                <a:ext cx="464739" cy="1080000"/>
                <a:chOff x="4511184" y="2470620"/>
                <a:chExt cx="464739" cy="1080000"/>
              </a:xfrm>
            </p:grpSpPr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AAB960BE-12F5-4ADA-AA9E-0EC54256411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2700000" flipH="1" flipV="1">
                  <a:off x="4511184" y="2990814"/>
                  <a:ext cx="464739" cy="464739"/>
                </a:xfrm>
                <a:custGeom>
                  <a:avLst/>
                  <a:gdLst>
                    <a:gd name="connsiteX0" fmla="*/ 464132 w 464739"/>
                    <a:gd name="connsiteY0" fmla="*/ 463881 h 464739"/>
                    <a:gd name="connsiteX1" fmla="*/ 463891 w 464739"/>
                    <a:gd name="connsiteY1" fmla="*/ 463892 h 464739"/>
                    <a:gd name="connsiteX2" fmla="*/ 463880 w 464739"/>
                    <a:gd name="connsiteY2" fmla="*/ 464132 h 464739"/>
                    <a:gd name="connsiteX3" fmla="*/ 463651 w 464739"/>
                    <a:gd name="connsiteY3" fmla="*/ 463904 h 464739"/>
                    <a:gd name="connsiteX4" fmla="*/ 446142 w 464739"/>
                    <a:gd name="connsiteY4" fmla="*/ 464739 h 464739"/>
                    <a:gd name="connsiteX5" fmla="*/ 130673 w 464739"/>
                    <a:gd name="connsiteY5" fmla="*/ 334067 h 464739"/>
                    <a:gd name="connsiteX6" fmla="*/ 0 w 464739"/>
                    <a:gd name="connsiteY6" fmla="*/ 18597 h 464739"/>
                    <a:gd name="connsiteX7" fmla="*/ 836 w 464739"/>
                    <a:gd name="connsiteY7" fmla="*/ 1089 h 464739"/>
                    <a:gd name="connsiteX8" fmla="*/ 607 w 464739"/>
                    <a:gd name="connsiteY8" fmla="*/ 859 h 464739"/>
                    <a:gd name="connsiteX9" fmla="*/ 848 w 464739"/>
                    <a:gd name="connsiteY9" fmla="*/ 848 h 464739"/>
                    <a:gd name="connsiteX10" fmla="*/ 859 w 464739"/>
                    <a:gd name="connsiteY10" fmla="*/ 607 h 464739"/>
                    <a:gd name="connsiteX11" fmla="*/ 1089 w 464739"/>
                    <a:gd name="connsiteY11" fmla="*/ 836 h 464739"/>
                    <a:gd name="connsiteX12" fmla="*/ 18597 w 464739"/>
                    <a:gd name="connsiteY12" fmla="*/ 0 h 464739"/>
                    <a:gd name="connsiteX13" fmla="*/ 334067 w 464739"/>
                    <a:gd name="connsiteY13" fmla="*/ 130672 h 464739"/>
                    <a:gd name="connsiteX14" fmla="*/ 464739 w 464739"/>
                    <a:gd name="connsiteY14" fmla="*/ 446142 h 464739"/>
                    <a:gd name="connsiteX15" fmla="*/ 463903 w 464739"/>
                    <a:gd name="connsiteY15" fmla="*/ 463652 h 4647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464739" h="464739">
                      <a:moveTo>
                        <a:pt x="464132" y="463881"/>
                      </a:moveTo>
                      <a:lnTo>
                        <a:pt x="463891" y="463892"/>
                      </a:lnTo>
                      <a:lnTo>
                        <a:pt x="463880" y="464132"/>
                      </a:lnTo>
                      <a:lnTo>
                        <a:pt x="463651" y="463904"/>
                      </a:lnTo>
                      <a:lnTo>
                        <a:pt x="446142" y="464739"/>
                      </a:lnTo>
                      <a:cubicBezTo>
                        <a:pt x="331965" y="464739"/>
                        <a:pt x="217787" y="421182"/>
                        <a:pt x="130673" y="334067"/>
                      </a:cubicBezTo>
                      <a:cubicBezTo>
                        <a:pt x="43558" y="246953"/>
                        <a:pt x="1" y="132775"/>
                        <a:pt x="0" y="18597"/>
                      </a:cubicBezTo>
                      <a:lnTo>
                        <a:pt x="836" y="1089"/>
                      </a:lnTo>
                      <a:lnTo>
                        <a:pt x="607" y="859"/>
                      </a:lnTo>
                      <a:lnTo>
                        <a:pt x="848" y="848"/>
                      </a:lnTo>
                      <a:lnTo>
                        <a:pt x="859" y="607"/>
                      </a:lnTo>
                      <a:lnTo>
                        <a:pt x="1089" y="836"/>
                      </a:lnTo>
                      <a:lnTo>
                        <a:pt x="18597" y="0"/>
                      </a:lnTo>
                      <a:cubicBezTo>
                        <a:pt x="132775" y="0"/>
                        <a:pt x="246952" y="43557"/>
                        <a:pt x="334067" y="130672"/>
                      </a:cubicBezTo>
                      <a:cubicBezTo>
                        <a:pt x="421182" y="217787"/>
                        <a:pt x="464739" y="331964"/>
                        <a:pt x="464739" y="446142"/>
                      </a:cubicBezTo>
                      <a:lnTo>
                        <a:pt x="463903" y="463652"/>
                      </a:lnTo>
                      <a:close/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32" name="Straight Connector 31">
                  <a:extLst>
                    <a:ext uri="{FF2B5EF4-FFF2-40B4-BE49-F238E27FC236}">
                      <a16:creationId xmlns:a16="http://schemas.microsoft.com/office/drawing/2014/main" id="{7E9BB9F7-7101-4BF3-9191-5893E4C582A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flipV="1">
                  <a:off x="4742369" y="2470620"/>
                  <a:ext cx="0" cy="108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D0710A9C-48A5-404F-9EC4-D486FCDFDAB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8100000" flipH="1">
                <a:off x="4542572" y="2998323"/>
                <a:ext cx="464739" cy="1080000"/>
                <a:chOff x="4511184" y="2470620"/>
                <a:chExt cx="464739" cy="1080000"/>
              </a:xfrm>
            </p:grpSpPr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5111EC00-4B3D-478C-AD25-F35644013EC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2700000" flipH="1" flipV="1">
                  <a:off x="4511184" y="2990814"/>
                  <a:ext cx="464739" cy="464739"/>
                </a:xfrm>
                <a:custGeom>
                  <a:avLst/>
                  <a:gdLst>
                    <a:gd name="connsiteX0" fmla="*/ 464132 w 464739"/>
                    <a:gd name="connsiteY0" fmla="*/ 463881 h 464739"/>
                    <a:gd name="connsiteX1" fmla="*/ 463891 w 464739"/>
                    <a:gd name="connsiteY1" fmla="*/ 463892 h 464739"/>
                    <a:gd name="connsiteX2" fmla="*/ 463880 w 464739"/>
                    <a:gd name="connsiteY2" fmla="*/ 464132 h 464739"/>
                    <a:gd name="connsiteX3" fmla="*/ 463651 w 464739"/>
                    <a:gd name="connsiteY3" fmla="*/ 463904 h 464739"/>
                    <a:gd name="connsiteX4" fmla="*/ 446142 w 464739"/>
                    <a:gd name="connsiteY4" fmla="*/ 464739 h 464739"/>
                    <a:gd name="connsiteX5" fmla="*/ 130673 w 464739"/>
                    <a:gd name="connsiteY5" fmla="*/ 334067 h 464739"/>
                    <a:gd name="connsiteX6" fmla="*/ 0 w 464739"/>
                    <a:gd name="connsiteY6" fmla="*/ 18597 h 464739"/>
                    <a:gd name="connsiteX7" fmla="*/ 836 w 464739"/>
                    <a:gd name="connsiteY7" fmla="*/ 1089 h 464739"/>
                    <a:gd name="connsiteX8" fmla="*/ 607 w 464739"/>
                    <a:gd name="connsiteY8" fmla="*/ 859 h 464739"/>
                    <a:gd name="connsiteX9" fmla="*/ 848 w 464739"/>
                    <a:gd name="connsiteY9" fmla="*/ 848 h 464739"/>
                    <a:gd name="connsiteX10" fmla="*/ 859 w 464739"/>
                    <a:gd name="connsiteY10" fmla="*/ 607 h 464739"/>
                    <a:gd name="connsiteX11" fmla="*/ 1089 w 464739"/>
                    <a:gd name="connsiteY11" fmla="*/ 836 h 464739"/>
                    <a:gd name="connsiteX12" fmla="*/ 18597 w 464739"/>
                    <a:gd name="connsiteY12" fmla="*/ 0 h 464739"/>
                    <a:gd name="connsiteX13" fmla="*/ 334067 w 464739"/>
                    <a:gd name="connsiteY13" fmla="*/ 130672 h 464739"/>
                    <a:gd name="connsiteX14" fmla="*/ 464739 w 464739"/>
                    <a:gd name="connsiteY14" fmla="*/ 446142 h 464739"/>
                    <a:gd name="connsiteX15" fmla="*/ 463903 w 464739"/>
                    <a:gd name="connsiteY15" fmla="*/ 463652 h 4647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464739" h="464739">
                      <a:moveTo>
                        <a:pt x="464132" y="463881"/>
                      </a:moveTo>
                      <a:lnTo>
                        <a:pt x="463891" y="463892"/>
                      </a:lnTo>
                      <a:lnTo>
                        <a:pt x="463880" y="464132"/>
                      </a:lnTo>
                      <a:lnTo>
                        <a:pt x="463651" y="463904"/>
                      </a:lnTo>
                      <a:lnTo>
                        <a:pt x="446142" y="464739"/>
                      </a:lnTo>
                      <a:cubicBezTo>
                        <a:pt x="331965" y="464739"/>
                        <a:pt x="217787" y="421182"/>
                        <a:pt x="130673" y="334067"/>
                      </a:cubicBezTo>
                      <a:cubicBezTo>
                        <a:pt x="43558" y="246953"/>
                        <a:pt x="1" y="132775"/>
                        <a:pt x="0" y="18597"/>
                      </a:cubicBezTo>
                      <a:lnTo>
                        <a:pt x="836" y="1089"/>
                      </a:lnTo>
                      <a:lnTo>
                        <a:pt x="607" y="859"/>
                      </a:lnTo>
                      <a:lnTo>
                        <a:pt x="848" y="848"/>
                      </a:lnTo>
                      <a:lnTo>
                        <a:pt x="859" y="607"/>
                      </a:lnTo>
                      <a:lnTo>
                        <a:pt x="1089" y="836"/>
                      </a:lnTo>
                      <a:lnTo>
                        <a:pt x="18597" y="0"/>
                      </a:lnTo>
                      <a:cubicBezTo>
                        <a:pt x="132775" y="0"/>
                        <a:pt x="246952" y="43557"/>
                        <a:pt x="334067" y="130672"/>
                      </a:cubicBezTo>
                      <a:cubicBezTo>
                        <a:pt x="421182" y="217787"/>
                        <a:pt x="464739" y="331964"/>
                        <a:pt x="464739" y="446142"/>
                      </a:cubicBezTo>
                      <a:lnTo>
                        <a:pt x="463903" y="463652"/>
                      </a:lnTo>
                      <a:close/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350412DA-ED08-4AFA-AED3-DFB42655D4B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flipV="1">
                  <a:off x="4742369" y="2470620"/>
                  <a:ext cx="0" cy="108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8036B80B-269D-4F02-9EF9-A6A4E917B3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54794" y="0"/>
            <a:ext cx="5537206" cy="6858000"/>
          </a:xfrm>
          <a:prstGeom prst="rect">
            <a:avLst/>
          </a:prstGeom>
          <a:solidFill>
            <a:schemeClr val="bg1"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alpha val="20000"/>
                </a:schemeClr>
              </a:solidFill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50AD539C-F300-098D-3CEB-8ED6886E58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2281" y="0"/>
            <a:ext cx="73520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1074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CE2FC1-B82F-C3EB-059F-35867CF76E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err="1"/>
              <a:t>Similarity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6529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9EB3AA-1031-EF79-0870-987E05073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Spearman </a:t>
            </a:r>
            <a:r>
              <a:rPr lang="fr-FR" dirty="0" err="1"/>
              <a:t>Correlation</a:t>
            </a:r>
            <a:endParaRPr lang="en-US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22C48DC-541D-6C29-22EF-3A12599D03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6612" y="1666875"/>
            <a:ext cx="7972425" cy="427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6845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9EB3AA-1031-EF79-0870-987E05073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Pearson </a:t>
            </a:r>
            <a:r>
              <a:rPr lang="fr-FR" dirty="0" err="1"/>
              <a:t>Correlation</a:t>
            </a:r>
            <a:endParaRPr lang="en-US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7D43C5C4-CB8E-AA30-FC31-5AD6FAA26E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6612" y="1666875"/>
            <a:ext cx="7972425" cy="427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3127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9EB3AA-1031-EF79-0870-987E05073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COSINE </a:t>
            </a:r>
            <a:r>
              <a:rPr lang="fr-FR" dirty="0" err="1"/>
              <a:t>similarity</a:t>
            </a:r>
            <a:endParaRPr lang="en-US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715738A5-C04F-E965-4E6B-884E87F3BF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8525" y="1666875"/>
            <a:ext cx="7848600" cy="427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9556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9EB3AA-1031-EF79-0870-987E05073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Riemannian</a:t>
            </a:r>
            <a:r>
              <a:rPr lang="fr-FR" dirty="0"/>
              <a:t> distance</a:t>
            </a:r>
            <a:endParaRPr lang="en-US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A2117A1-9EAD-7C62-FD41-C1DF5EF5D8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6612" y="1666875"/>
            <a:ext cx="7972425" cy="427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673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9EB3AA-1031-EF79-0870-987E05073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Euclidian</a:t>
            </a:r>
            <a:r>
              <a:rPr lang="fr-FR" dirty="0"/>
              <a:t> distance</a:t>
            </a:r>
            <a:endParaRPr lang="en-US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6A9A5D39-EABC-F1BC-5299-005D52F918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8037" y="1666875"/>
            <a:ext cx="8029575" cy="427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16896"/>
      </p:ext>
    </p:extLst>
  </p:cSld>
  <p:clrMapOvr>
    <a:masterClrMapping/>
  </p:clrMapOvr>
</p:sld>
</file>

<file path=ppt/theme/theme1.xml><?xml version="1.0" encoding="utf-8"?>
<a:theme xmlns:a="http://schemas.openxmlformats.org/drawingml/2006/main" name="LeafVTI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Leaf">
      <a:majorFont>
        <a:latin typeface="Rockwell Nova Light"/>
        <a:ea typeface=""/>
        <a:cs typeface=""/>
      </a:majorFont>
      <a:minorFont>
        <a:latin typeface="Avenir Next LT Pro Light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afVTI" id="{AD13D32C-3873-4EF1-A28C-5D0E64FF0913}" vid="{0D2E0FD0-9C17-4337-BD21-33917FC300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70C3F92-C0AD-4E73-8A22-9D413A456BA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75126FD-8B44-46F3-BEB2-D5456E76919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F021420E-D6CD-4398-9C5C-03FBF688746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{E2290B04-7D67-4555-B791-4325CDE380AA}tf22339732_win32</Template>
  <TotalTime>284</TotalTime>
  <Words>54</Words>
  <Application>Microsoft Office PowerPoint</Application>
  <PresentationFormat>Grand écran</PresentationFormat>
  <Paragraphs>25</Paragraphs>
  <Slides>18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4" baseType="lpstr">
      <vt:lpstr>Arial</vt:lpstr>
      <vt:lpstr>Avenir Next LT Pro Light</vt:lpstr>
      <vt:lpstr>Calibri</vt:lpstr>
      <vt:lpstr>Rockwell Nova Light</vt:lpstr>
      <vt:lpstr>Wingdings</vt:lpstr>
      <vt:lpstr>LeafVTI</vt:lpstr>
      <vt:lpstr>Results presentation</vt:lpstr>
      <vt:lpstr>Agenda</vt:lpstr>
      <vt:lpstr>One by One matrixes</vt:lpstr>
      <vt:lpstr>Code accuracy matrixes</vt:lpstr>
      <vt:lpstr>BITS accuracy matrixes</vt:lpstr>
      <vt:lpstr>bits recall matrixes</vt:lpstr>
      <vt:lpstr>bits F1 matrixes</vt:lpstr>
      <vt:lpstr>Training time matrixes</vt:lpstr>
      <vt:lpstr>Code accuracy matrixes</vt:lpstr>
      <vt:lpstr>Visualisation</vt:lpstr>
      <vt:lpstr>TSNE Representation</vt:lpstr>
      <vt:lpstr>EPOCHs</vt:lpstr>
      <vt:lpstr>Similarity</vt:lpstr>
      <vt:lpstr>Spearman Correlation</vt:lpstr>
      <vt:lpstr>Pearson Correlation</vt:lpstr>
      <vt:lpstr>COSINE similarity</vt:lpstr>
      <vt:lpstr>Riemannian distance</vt:lpstr>
      <vt:lpstr>Euclidian distance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Results presentation</dc:title>
  <dc:creator>Sebastien VELUT</dc:creator>
  <cp:lastModifiedBy>Sebastien VELUT</cp:lastModifiedBy>
  <cp:revision>5</cp:revision>
  <dcterms:created xsi:type="dcterms:W3CDTF">2024-11-15T13:47:43Z</dcterms:created>
  <dcterms:modified xsi:type="dcterms:W3CDTF">2024-11-15T18:31:58Z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